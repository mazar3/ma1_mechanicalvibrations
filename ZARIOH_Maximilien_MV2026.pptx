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ppt/authors.xml" ContentType="application/vnd.ms-powerpoint.authors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4"/>
  </p:sldMasterIdLst>
  <p:notesMasterIdLst>
    <p:notesMasterId r:id="rId15"/>
  </p:notesMasterIdLst>
  <p:sldIdLst>
    <p:sldId id="257" r:id="rId5"/>
    <p:sldId id="261" r:id="rId6"/>
    <p:sldId id="263" r:id="rId7"/>
    <p:sldId id="264" r:id="rId8"/>
    <p:sldId id="265" r:id="rId9"/>
    <p:sldId id="266" r:id="rId10"/>
    <p:sldId id="267" r:id="rId11"/>
    <p:sldId id="269" r:id="rId12"/>
    <p:sldId id="270" r:id="rId13"/>
    <p:sldId id="271" r:id="rId14"/>
  </p:sldIdLst>
  <p:sldSz cx="12192000" cy="6858000"/>
  <p:notesSz cx="7104063" cy="10234613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authors.xml><?xml version="1.0" encoding="utf-8"?>
<p188:authorLst xmlns:a="http://schemas.openxmlformats.org/drawingml/2006/main" xmlns:r="http://schemas.openxmlformats.org/officeDocument/2006/relationships" xmlns:p188="http://schemas.microsoft.com/office/powerpoint/2018/8/main">
  <p188:author id="{262709A0-3C43-C864-DB7B-3F04632C759A}" name="YAMOUNI Wassim" initials="YW" userId="S::wassim.yamouni@ulb.be::066ef1b9-15c1-4e4f-8025-57c636f0f6ee" providerId="AD"/>
  <p188:author id="{F06207DA-807E-96DE-7116-4137832CE8B0}" name="CHARKI-MESKINI Mohamed" initials="MC" userId="S::mohamed.charkimeskini@ulb.be::b227ce8a-1575-4e7d-83ac-a00174423017" providerId="AD"/>
  <p188:author id="{A3783FF2-A092-DE9A-C3C2-BC6C9A3801B6}" name="FETHY Ilyas" initials="FI" userId="S::ilyas.fethy@ulb.be::9f77fbf4-7c52-41e7-a614-4de54489508a" providerId="AD"/>
</p188: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104085"/>
    <a:srgbClr val="425A7C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AA89C0CB-1F5B-4C95-8403-97C2398B7D0E}" v="1620" dt="2026-01-10T23:25:48.319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Medium Style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BC89EF96-8CEA-46FF-86C4-4CE0E7609802}" styleName="Light Style 3 - Accent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301B821-A1FF-4177-AEE7-76D212191A09}" styleName="Medium Style 1 - Acc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3B4B98B0-60AC-42C2-AFA5-B58CD77FA1E5}" styleName="Style léger 1 - Accentuation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F5AB1C69-6EDB-4FF4-983F-18BD219EF322}" styleName="Style moyen 2 - Accentuation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11"/>
    <p:restoredTop sz="94725"/>
  </p:normalViewPr>
  <p:slideViewPr>
    <p:cSldViewPr snapToGrid="0">
      <p:cViewPr varScale="1">
        <p:scale>
          <a:sx n="110" d="100"/>
          <a:sy n="110" d="100"/>
        </p:scale>
        <p:origin x="120" y="31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4.xml"/><Relationship Id="rId13" Type="http://schemas.openxmlformats.org/officeDocument/2006/relationships/slide" Target="slides/slide9.xml"/><Relationship Id="rId18" Type="http://schemas.openxmlformats.org/officeDocument/2006/relationships/theme" Target="theme/theme1.xml"/><Relationship Id="rId3" Type="http://schemas.openxmlformats.org/officeDocument/2006/relationships/customXml" Target="../customXml/item3.xml"/><Relationship Id="rId21" Type="http://schemas.microsoft.com/office/2015/10/relationships/revisionInfo" Target="revisionInfo.xml"/><Relationship Id="rId7" Type="http://schemas.openxmlformats.org/officeDocument/2006/relationships/slide" Target="slides/slide3.xml"/><Relationship Id="rId12" Type="http://schemas.openxmlformats.org/officeDocument/2006/relationships/slide" Target="slides/slide8.xml"/><Relationship Id="rId17" Type="http://schemas.openxmlformats.org/officeDocument/2006/relationships/viewProps" Target="viewProps.xml"/><Relationship Id="rId2" Type="http://schemas.openxmlformats.org/officeDocument/2006/relationships/customXml" Target="../customXml/item2.xml"/><Relationship Id="rId16" Type="http://schemas.openxmlformats.org/officeDocument/2006/relationships/presProps" Target="presProps.xml"/><Relationship Id="rId20" Type="http://schemas.microsoft.com/office/2016/11/relationships/changesInfo" Target="changesInfos/changesInfo1.xml"/><Relationship Id="rId1" Type="http://schemas.openxmlformats.org/officeDocument/2006/relationships/customXml" Target="../customXml/item1.xml"/><Relationship Id="rId6" Type="http://schemas.openxmlformats.org/officeDocument/2006/relationships/slide" Target="slides/slide2.xml"/><Relationship Id="rId11" Type="http://schemas.openxmlformats.org/officeDocument/2006/relationships/slide" Target="slides/slide7.xml"/><Relationship Id="rId5" Type="http://schemas.openxmlformats.org/officeDocument/2006/relationships/slide" Target="slides/slide1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6.xml"/><Relationship Id="rId19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5.xml"/><Relationship Id="rId14" Type="http://schemas.openxmlformats.org/officeDocument/2006/relationships/slide" Target="slides/slide10.xml"/><Relationship Id="rId22" Type="http://schemas.microsoft.com/office/2018/10/relationships/authors" Target="author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Maximilien Zarioh" userId="a77256be48185e07" providerId="LiveId" clId="{EE2A4923-20D6-4BDA-ACFC-F8E82C18A682}"/>
    <pc:docChg chg="undo redo custSel addSld delSld modSld sldOrd">
      <pc:chgData name="Maximilien Zarioh" userId="a77256be48185e07" providerId="LiveId" clId="{EE2A4923-20D6-4BDA-ACFC-F8E82C18A682}" dt="2026-01-10T23:25:48.319" v="5367" actId="20577"/>
      <pc:docMkLst>
        <pc:docMk/>
      </pc:docMkLst>
      <pc:sldChg chg="delSp modSp mod modTransition">
        <pc:chgData name="Maximilien Zarioh" userId="a77256be48185e07" providerId="LiveId" clId="{EE2A4923-20D6-4BDA-ACFC-F8E82C18A682}" dt="2026-01-10T23:20:34.061" v="5361" actId="20577"/>
        <pc:sldMkLst>
          <pc:docMk/>
          <pc:sldMk cId="0" sldId="257"/>
        </pc:sldMkLst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0" sldId="257"/>
            <ac:spMk id="57" creationId="{00000000-0000-0000-0000-000000000000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0" sldId="257"/>
            <ac:spMk id="58" creationId="{00000000-0000-0000-0000-000000000000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0" sldId="257"/>
            <ac:spMk id="60" creationId="{00000000-0000-0000-0000-000000000000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0" sldId="257"/>
            <ac:spMk id="61" creationId="{00000000-0000-0000-0000-000000000000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0" sldId="257"/>
            <ac:spMk id="62" creationId="{00000000-0000-0000-0000-000000000000}"/>
          </ac:spMkLst>
        </pc:spChg>
        <pc:spChg chg="mod">
          <ac:chgData name="Maximilien Zarioh" userId="a77256be48185e07" providerId="LiveId" clId="{EE2A4923-20D6-4BDA-ACFC-F8E82C18A682}" dt="2026-01-10T23:20:34.061" v="5361" actId="20577"/>
          <ac:spMkLst>
            <pc:docMk/>
            <pc:sldMk cId="0" sldId="257"/>
            <ac:spMk id="63" creationId="{00000000-0000-0000-0000-000000000000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0" sldId="257"/>
            <ac:spMk id="65" creationId="{00000000-0000-0000-0000-000000000000}"/>
          </ac:spMkLst>
        </pc:spChg>
      </pc:sldChg>
      <pc:sldChg chg="new del">
        <pc:chgData name="Maximilien Zarioh" userId="a77256be48185e07" providerId="LiveId" clId="{EE2A4923-20D6-4BDA-ACFC-F8E82C18A682}" dt="2026-01-10T21:47:51.159" v="232" actId="2696"/>
        <pc:sldMkLst>
          <pc:docMk/>
          <pc:sldMk cId="832217542" sldId="258"/>
        </pc:sldMkLst>
      </pc:sldChg>
      <pc:sldChg chg="new del">
        <pc:chgData name="Maximilien Zarioh" userId="a77256be48185e07" providerId="LiveId" clId="{EE2A4923-20D6-4BDA-ACFC-F8E82C18A682}" dt="2026-01-10T21:48:04.029" v="234" actId="2696"/>
        <pc:sldMkLst>
          <pc:docMk/>
          <pc:sldMk cId="400896128" sldId="259"/>
        </pc:sldMkLst>
      </pc:sldChg>
      <pc:sldChg chg="addSp delSp modSp new del mod">
        <pc:chgData name="Maximilien Zarioh" userId="a77256be48185e07" providerId="LiveId" clId="{EE2A4923-20D6-4BDA-ACFC-F8E82C18A682}" dt="2026-01-10T21:49:13.491" v="276" actId="2696"/>
        <pc:sldMkLst>
          <pc:docMk/>
          <pc:sldMk cId="2304903093" sldId="260"/>
        </pc:sldMkLst>
        <pc:spChg chg="mod">
          <ac:chgData name="Maximilien Zarioh" userId="a77256be48185e07" providerId="LiveId" clId="{EE2A4923-20D6-4BDA-ACFC-F8E82C18A682}" dt="2026-01-10T21:49:05.804" v="272" actId="20577"/>
          <ac:spMkLst>
            <pc:docMk/>
            <pc:sldMk cId="2304903093" sldId="260"/>
            <ac:spMk id="2" creationId="{B7AB1F7F-B446-BFB3-42CF-C156FD2F6B76}"/>
          </ac:spMkLst>
        </pc:spChg>
        <pc:spChg chg="add del">
          <ac:chgData name="Maximilien Zarioh" userId="a77256be48185e07" providerId="LiveId" clId="{EE2A4923-20D6-4BDA-ACFC-F8E82C18A682}" dt="2026-01-10T21:49:06.068" v="274"/>
          <ac:spMkLst>
            <pc:docMk/>
            <pc:sldMk cId="2304903093" sldId="260"/>
            <ac:spMk id="3" creationId="{3BDB3967-B8C8-AE0D-1938-6E1B2148191C}"/>
          </ac:spMkLst>
        </pc:spChg>
        <pc:spChg chg="add mod">
          <ac:chgData name="Maximilien Zarioh" userId="a77256be48185e07" providerId="LiveId" clId="{EE2A4923-20D6-4BDA-ACFC-F8E82C18A682}" dt="2026-01-10T21:49:03.449" v="264" actId="767"/>
          <ac:spMkLst>
            <pc:docMk/>
            <pc:sldMk cId="2304903093" sldId="260"/>
            <ac:spMk id="6" creationId="{6A417385-B471-8C3D-7B3F-A443B245746F}"/>
          </ac:spMkLst>
        </pc:spChg>
        <pc:picChg chg="add mod">
          <ac:chgData name="Maximilien Zarioh" userId="a77256be48185e07" providerId="LiveId" clId="{EE2A4923-20D6-4BDA-ACFC-F8E82C18A682}" dt="2026-01-10T21:49:06.068" v="274"/>
          <ac:picMkLst>
            <pc:docMk/>
            <pc:sldMk cId="2304903093" sldId="260"/>
            <ac:picMk id="5" creationId="{C11CBF39-7AC6-CF4A-EB92-330E733F0A25}"/>
          </ac:picMkLst>
        </pc:picChg>
      </pc:sldChg>
      <pc:sldChg chg="addSp delSp modSp new mod modTransition">
        <pc:chgData name="Maximilien Zarioh" userId="a77256be48185e07" providerId="LiveId" clId="{EE2A4923-20D6-4BDA-ACFC-F8E82C18A682}" dt="2026-01-10T23:25:48.319" v="5367" actId="20577"/>
        <pc:sldMkLst>
          <pc:docMk/>
          <pc:sldMk cId="1899348756" sldId="261"/>
        </pc:sldMkLst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1899348756" sldId="261"/>
            <ac:spMk id="2" creationId="{982A5D92-5A59-650C-B90C-AE335FE7DDBC}"/>
          </ac:spMkLst>
        </pc:spChg>
        <pc:spChg chg="add del mod">
          <ac:chgData name="Maximilien Zarioh" userId="a77256be48185e07" providerId="LiveId" clId="{EE2A4923-20D6-4BDA-ACFC-F8E82C18A682}" dt="2026-01-10T23:19:53.679" v="5329" actId="790"/>
          <ac:spMkLst>
            <pc:docMk/>
            <pc:sldMk cId="1899348756" sldId="261"/>
            <ac:spMk id="3" creationId="{36B4B79D-B853-BD44-EDDD-89F2D1E3E68F}"/>
          </ac:spMkLst>
        </pc:spChg>
        <pc:spChg chg="mod">
          <ac:chgData name="Maximilien Zarioh" userId="a77256be48185e07" providerId="LiveId" clId="{EE2A4923-20D6-4BDA-ACFC-F8E82C18A682}" dt="2026-01-10T23:25:48.319" v="5367" actId="20577"/>
          <ac:spMkLst>
            <pc:docMk/>
            <pc:sldMk cId="1899348756" sldId="261"/>
            <ac:spMk id="4" creationId="{A2866B03-680F-2F1D-7015-9A8B3EE5FF7D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1899348756" sldId="261"/>
            <ac:spMk id="11" creationId="{A004E9C8-DB35-395E-35EA-5B68AB1CE212}"/>
          </ac:spMkLst>
        </pc:spChg>
        <pc:picChg chg="add mod">
          <ac:chgData name="Maximilien Zarioh" userId="a77256be48185e07" providerId="LiveId" clId="{EE2A4923-20D6-4BDA-ACFC-F8E82C18A682}" dt="2026-01-10T21:49:32.108" v="302"/>
          <ac:picMkLst>
            <pc:docMk/>
            <pc:sldMk cId="1899348756" sldId="261"/>
            <ac:picMk id="6" creationId="{F84E0654-F15D-3A68-6092-4C8515D2F7A8}"/>
          </ac:picMkLst>
        </pc:picChg>
        <pc:picChg chg="add mod">
          <ac:chgData name="Maximilien Zarioh" userId="a77256be48185e07" providerId="LiveId" clId="{EE2A4923-20D6-4BDA-ACFC-F8E82C18A682}" dt="2026-01-10T21:49:35.932" v="307"/>
          <ac:picMkLst>
            <pc:docMk/>
            <pc:sldMk cId="1899348756" sldId="261"/>
            <ac:picMk id="8" creationId="{82C109D2-D62F-192C-20BC-50F6DEDD1FFE}"/>
          </ac:picMkLst>
        </pc:picChg>
        <pc:picChg chg="add mod">
          <ac:chgData name="Maximilien Zarioh" userId="a77256be48185e07" providerId="LiveId" clId="{EE2A4923-20D6-4BDA-ACFC-F8E82C18A682}" dt="2026-01-10T21:49:55.992" v="320" actId="14100"/>
          <ac:picMkLst>
            <pc:docMk/>
            <pc:sldMk cId="1899348756" sldId="261"/>
            <ac:picMk id="10" creationId="{56482B68-B6E0-1D9F-E392-003980755EEB}"/>
          </ac:picMkLst>
        </pc:picChg>
      </pc:sldChg>
      <pc:sldChg chg="new del">
        <pc:chgData name="Maximilien Zarioh" userId="a77256be48185e07" providerId="LiveId" clId="{EE2A4923-20D6-4BDA-ACFC-F8E82C18A682}" dt="2026-01-10T22:18:15.289" v="1308" actId="47"/>
        <pc:sldMkLst>
          <pc:docMk/>
          <pc:sldMk cId="3602813633" sldId="262"/>
        </pc:sldMkLst>
      </pc:sldChg>
      <pc:sldChg chg="new del">
        <pc:chgData name="Maximilien Zarioh" userId="a77256be48185e07" providerId="LiveId" clId="{EE2A4923-20D6-4BDA-ACFC-F8E82C18A682}" dt="2026-01-10T21:55:58.387" v="617" actId="2696"/>
        <pc:sldMkLst>
          <pc:docMk/>
          <pc:sldMk cId="2539007425" sldId="263"/>
        </pc:sldMkLst>
      </pc:sldChg>
      <pc:sldChg chg="addSp delSp modSp add mod setBg">
        <pc:chgData name="Maximilien Zarioh" userId="a77256be48185e07" providerId="LiveId" clId="{EE2A4923-20D6-4BDA-ACFC-F8E82C18A682}" dt="2026-01-10T23:19:53.679" v="5329" actId="790"/>
        <pc:sldMkLst>
          <pc:docMk/>
          <pc:sldMk cId="4151035677" sldId="263"/>
        </pc:sldMkLst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4151035677" sldId="263"/>
            <ac:spMk id="2" creationId="{DA6EB6F0-5DD9-62BA-DDA8-708E0E9CD33A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4151035677" sldId="263"/>
            <ac:spMk id="3" creationId="{70E613C6-7637-8621-9C86-19B7CF64F118}"/>
          </ac:spMkLst>
        </pc:spChg>
        <pc:spChg chg="del">
          <ac:chgData name="Maximilien Zarioh" userId="a77256be48185e07" providerId="LiveId" clId="{EE2A4923-20D6-4BDA-ACFC-F8E82C18A682}" dt="2026-01-10T22:02:20.486" v="822" actId="478"/>
          <ac:spMkLst>
            <pc:docMk/>
            <pc:sldMk cId="4151035677" sldId="263"/>
            <ac:spMk id="4" creationId="{CD421BCE-676E-D944-1294-F717D1ED8D90}"/>
          </ac:spMkLst>
        </pc:spChg>
        <pc:spChg chg="add del mod">
          <ac:chgData name="Maximilien Zarioh" userId="a77256be48185e07" providerId="LiveId" clId="{EE2A4923-20D6-4BDA-ACFC-F8E82C18A682}" dt="2026-01-10T22:05:07.933" v="842"/>
          <ac:spMkLst>
            <pc:docMk/>
            <pc:sldMk cId="4151035677" sldId="263"/>
            <ac:spMk id="6" creationId="{1BEA9845-883F-9E7B-D3F5-52CF7F6FD470}"/>
          </ac:spMkLst>
        </pc:spChg>
        <pc:spChg chg="mod ord">
          <ac:chgData name="Maximilien Zarioh" userId="a77256be48185e07" providerId="LiveId" clId="{EE2A4923-20D6-4BDA-ACFC-F8E82C18A682}" dt="2026-01-10T23:19:53.679" v="5329" actId="790"/>
          <ac:spMkLst>
            <pc:docMk/>
            <pc:sldMk cId="4151035677" sldId="263"/>
            <ac:spMk id="11" creationId="{7D697E64-2A06-AE08-EC19-56D07A4DCB83}"/>
          </ac:spMkLst>
        </pc:spChg>
        <pc:spChg chg="add del">
          <ac:chgData name="Maximilien Zarioh" userId="a77256be48185e07" providerId="LiveId" clId="{EE2A4923-20D6-4BDA-ACFC-F8E82C18A682}" dt="2026-01-10T22:03:39.260" v="830" actId="26606"/>
          <ac:spMkLst>
            <pc:docMk/>
            <pc:sldMk cId="4151035677" sldId="263"/>
            <ac:spMk id="16" creationId="{743AA782-23D1-4521-8CAD-47662984AA08}"/>
          </ac:spMkLst>
        </pc:spChg>
        <pc:spChg chg="add del">
          <ac:chgData name="Maximilien Zarioh" userId="a77256be48185e07" providerId="LiveId" clId="{EE2A4923-20D6-4BDA-ACFC-F8E82C18A682}" dt="2026-01-10T22:03:39.260" v="830" actId="26606"/>
          <ac:spMkLst>
            <pc:docMk/>
            <pc:sldMk cId="4151035677" sldId="263"/>
            <ac:spMk id="18" creationId="{650D18FE-0824-4A46-B22C-A86B52E5780A}"/>
          </ac:spMkLst>
        </pc:spChg>
        <pc:spChg chg="add del">
          <ac:chgData name="Maximilien Zarioh" userId="a77256be48185e07" providerId="LiveId" clId="{EE2A4923-20D6-4BDA-ACFC-F8E82C18A682}" dt="2026-01-10T22:03:43.999" v="832" actId="26606"/>
          <ac:spMkLst>
            <pc:docMk/>
            <pc:sldMk cId="4151035677" sldId="263"/>
            <ac:spMk id="20" creationId="{0007FE00-9498-4706-B255-6437B0252C02}"/>
          </ac:spMkLst>
        </pc:spChg>
        <pc:spChg chg="add del">
          <ac:chgData name="Maximilien Zarioh" userId="a77256be48185e07" providerId="LiveId" clId="{EE2A4923-20D6-4BDA-ACFC-F8E82C18A682}" dt="2026-01-10T22:03:43.999" v="832" actId="26606"/>
          <ac:spMkLst>
            <pc:docMk/>
            <pc:sldMk cId="4151035677" sldId="263"/>
            <ac:spMk id="21" creationId="{2EB492CD-616E-47F8-933B-5E2D952A0593}"/>
          </ac:spMkLst>
        </pc:spChg>
        <pc:spChg chg="add del">
          <ac:chgData name="Maximilien Zarioh" userId="a77256be48185e07" providerId="LiveId" clId="{EE2A4923-20D6-4BDA-ACFC-F8E82C18A682}" dt="2026-01-10T22:03:43.999" v="832" actId="26606"/>
          <ac:spMkLst>
            <pc:docMk/>
            <pc:sldMk cId="4151035677" sldId="263"/>
            <ac:spMk id="22" creationId="{59383CF9-23B5-4335-9B21-1791C4CF1C75}"/>
          </ac:spMkLst>
        </pc:spChg>
        <pc:spChg chg="add del">
          <ac:chgData name="Maximilien Zarioh" userId="a77256be48185e07" providerId="LiveId" clId="{EE2A4923-20D6-4BDA-ACFC-F8E82C18A682}" dt="2026-01-10T22:03:51.891" v="834" actId="26606"/>
          <ac:spMkLst>
            <pc:docMk/>
            <pc:sldMk cId="4151035677" sldId="263"/>
            <ac:spMk id="24" creationId="{45D37F4E-DDB4-456B-97E0-9937730A039F}"/>
          </ac:spMkLst>
        </pc:spChg>
        <pc:spChg chg="add del">
          <ac:chgData name="Maximilien Zarioh" userId="a77256be48185e07" providerId="LiveId" clId="{EE2A4923-20D6-4BDA-ACFC-F8E82C18A682}" dt="2026-01-10T22:03:51.891" v="834" actId="26606"/>
          <ac:spMkLst>
            <pc:docMk/>
            <pc:sldMk cId="4151035677" sldId="263"/>
            <ac:spMk id="25" creationId="{B2DD41CD-8F47-4F56-AD12-4E2FF7696987}"/>
          </ac:spMkLst>
        </pc:spChg>
        <pc:spChg chg="add del">
          <ac:chgData name="Maximilien Zarioh" userId="a77256be48185e07" providerId="LiveId" clId="{EE2A4923-20D6-4BDA-ACFC-F8E82C18A682}" dt="2026-01-10T22:04:05.295" v="836" actId="26606"/>
          <ac:spMkLst>
            <pc:docMk/>
            <pc:sldMk cId="4151035677" sldId="263"/>
            <ac:spMk id="27" creationId="{C0763A76-9F1C-4FC5-82B7-DD475DA461B2}"/>
          </ac:spMkLst>
        </pc:spChg>
        <pc:spChg chg="add del">
          <ac:chgData name="Maximilien Zarioh" userId="a77256be48185e07" providerId="LiveId" clId="{EE2A4923-20D6-4BDA-ACFC-F8E82C18A682}" dt="2026-01-10T22:04:05.295" v="836" actId="26606"/>
          <ac:spMkLst>
            <pc:docMk/>
            <pc:sldMk cId="4151035677" sldId="263"/>
            <ac:spMk id="28" creationId="{E81BF4F6-F2CF-4984-9D14-D6966D92F99F}"/>
          </ac:spMkLst>
        </pc:spChg>
        <pc:spChg chg="add del">
          <ac:chgData name="Maximilien Zarioh" userId="a77256be48185e07" providerId="LiveId" clId="{EE2A4923-20D6-4BDA-ACFC-F8E82C18A682}" dt="2026-01-10T22:05:06.299" v="838" actId="26606"/>
          <ac:spMkLst>
            <pc:docMk/>
            <pc:sldMk cId="4151035677" sldId="263"/>
            <ac:spMk id="30" creationId="{F94AA2BD-2E3F-4B1D-8127-5744B8115311}"/>
          </ac:spMkLst>
        </pc:spChg>
        <pc:spChg chg="add del">
          <ac:chgData name="Maximilien Zarioh" userId="a77256be48185e07" providerId="LiveId" clId="{EE2A4923-20D6-4BDA-ACFC-F8E82C18A682}" dt="2026-01-10T22:05:06.299" v="838" actId="26606"/>
          <ac:spMkLst>
            <pc:docMk/>
            <pc:sldMk cId="4151035677" sldId="263"/>
            <ac:spMk id="31" creationId="{4BD02261-2DC8-4AA8-9E16-7751AE892445}"/>
          </ac:spMkLst>
        </pc:spChg>
        <pc:spChg chg="add del">
          <ac:chgData name="Maximilien Zarioh" userId="a77256be48185e07" providerId="LiveId" clId="{EE2A4923-20D6-4BDA-ACFC-F8E82C18A682}" dt="2026-01-10T22:05:06.299" v="838" actId="26606"/>
          <ac:spMkLst>
            <pc:docMk/>
            <pc:sldMk cId="4151035677" sldId="263"/>
            <ac:spMk id="32" creationId="{3D752CF2-2291-40B5-B462-C17B174C10BC}"/>
          </ac:spMkLst>
        </pc:spChg>
        <pc:picChg chg="add mod ord">
          <ac:chgData name="Maximilien Zarioh" userId="a77256be48185e07" providerId="LiveId" clId="{EE2A4923-20D6-4BDA-ACFC-F8E82C18A682}" dt="2026-01-10T22:05:07.933" v="842"/>
          <ac:picMkLst>
            <pc:docMk/>
            <pc:sldMk cId="4151035677" sldId="263"/>
            <ac:picMk id="8" creationId="{7384F159-ECF0-B2D9-4A12-C062B6F67352}"/>
          </ac:picMkLst>
        </pc:picChg>
        <pc:picChg chg="del">
          <ac:chgData name="Maximilien Zarioh" userId="a77256be48185e07" providerId="LiveId" clId="{EE2A4923-20D6-4BDA-ACFC-F8E82C18A682}" dt="2026-01-10T22:02:19.278" v="821" actId="478"/>
          <ac:picMkLst>
            <pc:docMk/>
            <pc:sldMk cId="4151035677" sldId="263"/>
            <ac:picMk id="10" creationId="{E70E3FDB-FE14-32AD-96D5-FE5E395CA261}"/>
          </ac:picMkLst>
        </pc:picChg>
      </pc:sldChg>
      <pc:sldChg chg="addSp delSp modSp add mod">
        <pc:chgData name="Maximilien Zarioh" userId="a77256be48185e07" providerId="LiveId" clId="{EE2A4923-20D6-4BDA-ACFC-F8E82C18A682}" dt="2026-01-10T23:19:53.679" v="5329" actId="790"/>
        <pc:sldMkLst>
          <pc:docMk/>
          <pc:sldMk cId="1799126252" sldId="264"/>
        </pc:sldMkLst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1799126252" sldId="264"/>
            <ac:spMk id="2" creationId="{6A824A58-5A64-1E06-0849-B179EDEB62FF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1799126252" sldId="264"/>
            <ac:spMk id="3" creationId="{88AEE45B-4CF8-9E2F-F621-E0880C7FCB1E}"/>
          </ac:spMkLst>
        </pc:spChg>
        <pc:spChg chg="add del mod">
          <ac:chgData name="Maximilien Zarioh" userId="a77256be48185e07" providerId="LiveId" clId="{EE2A4923-20D6-4BDA-ACFC-F8E82C18A682}" dt="2026-01-10T22:23:42.053" v="1865"/>
          <ac:spMkLst>
            <pc:docMk/>
            <pc:sldMk cId="1799126252" sldId="264"/>
            <ac:spMk id="5" creationId="{382BF8CD-6FFD-3B28-2437-EDE36636D06F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1799126252" sldId="264"/>
            <ac:spMk id="11" creationId="{70F54DE3-6C89-28E2-B096-AFC2BE4E446C}"/>
          </ac:spMkLst>
        </pc:spChg>
        <pc:picChg chg="add mod">
          <ac:chgData name="Maximilien Zarioh" userId="a77256be48185e07" providerId="LiveId" clId="{EE2A4923-20D6-4BDA-ACFC-F8E82C18A682}" dt="2026-01-10T22:23:29.468" v="1861"/>
          <ac:picMkLst>
            <pc:docMk/>
            <pc:sldMk cId="1799126252" sldId="264"/>
            <ac:picMk id="7" creationId="{B8F11B07-7524-3C50-C667-6F68F839016E}"/>
          </ac:picMkLst>
        </pc:picChg>
        <pc:picChg chg="del">
          <ac:chgData name="Maximilien Zarioh" userId="a77256be48185e07" providerId="LiveId" clId="{EE2A4923-20D6-4BDA-ACFC-F8E82C18A682}" dt="2026-01-10T22:23:13.584" v="1854" actId="478"/>
          <ac:picMkLst>
            <pc:docMk/>
            <pc:sldMk cId="1799126252" sldId="264"/>
            <ac:picMk id="8" creationId="{F6F686C4-A5DA-FDB0-A6C9-32F51B6D860B}"/>
          </ac:picMkLst>
        </pc:picChg>
        <pc:picChg chg="add mod">
          <ac:chgData name="Maximilien Zarioh" userId="a77256be48185e07" providerId="LiveId" clId="{EE2A4923-20D6-4BDA-ACFC-F8E82C18A682}" dt="2026-01-10T22:23:44.257" v="1866" actId="27614"/>
          <ac:picMkLst>
            <pc:docMk/>
            <pc:sldMk cId="1799126252" sldId="264"/>
            <ac:picMk id="10" creationId="{A220EC2E-130B-FF3A-94D6-F0BC406344E8}"/>
          </ac:picMkLst>
        </pc:picChg>
      </pc:sldChg>
      <pc:sldChg chg="addSp delSp modSp add mod">
        <pc:chgData name="Maximilien Zarioh" userId="a77256be48185e07" providerId="LiveId" clId="{EE2A4923-20D6-4BDA-ACFC-F8E82C18A682}" dt="2026-01-10T23:19:53.679" v="5329" actId="790"/>
        <pc:sldMkLst>
          <pc:docMk/>
          <pc:sldMk cId="65834661" sldId="265"/>
        </pc:sldMkLst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65834661" sldId="265"/>
            <ac:spMk id="2" creationId="{8D6E6FB0-069D-3C5B-09ED-B02CF37F2799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65834661" sldId="265"/>
            <ac:spMk id="3" creationId="{728157D7-9B14-76D7-58BD-CE6563882E67}"/>
          </ac:spMkLst>
        </pc:spChg>
        <pc:spChg chg="add del mod">
          <ac:chgData name="Maximilien Zarioh" userId="a77256be48185e07" providerId="LiveId" clId="{EE2A4923-20D6-4BDA-ACFC-F8E82C18A682}" dt="2026-01-10T22:25:15.779" v="1888"/>
          <ac:spMkLst>
            <pc:docMk/>
            <pc:sldMk cId="65834661" sldId="265"/>
            <ac:spMk id="5" creationId="{CF077F9B-55EC-6250-3EA3-BC607FE286AD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65834661" sldId="265"/>
            <ac:spMk id="11" creationId="{58A92996-92E3-E807-320E-1FFE15DF9208}"/>
          </ac:spMkLst>
        </pc:spChg>
        <pc:picChg chg="add mod">
          <ac:chgData name="Maximilien Zarioh" userId="a77256be48185e07" providerId="LiveId" clId="{EE2A4923-20D6-4BDA-ACFC-F8E82C18A682}" dt="2026-01-10T22:25:08.874" v="1885"/>
          <ac:picMkLst>
            <pc:docMk/>
            <pc:sldMk cId="65834661" sldId="265"/>
            <ac:picMk id="7" creationId="{2AC82018-69C0-FDBC-7CC4-6E9EDD79164F}"/>
          </ac:picMkLst>
        </pc:picChg>
        <pc:picChg chg="add mod">
          <ac:chgData name="Maximilien Zarioh" userId="a77256be48185e07" providerId="LiveId" clId="{EE2A4923-20D6-4BDA-ACFC-F8E82C18A682}" dt="2026-01-10T22:25:17.639" v="1889" actId="27614"/>
          <ac:picMkLst>
            <pc:docMk/>
            <pc:sldMk cId="65834661" sldId="265"/>
            <ac:picMk id="9" creationId="{798CA831-CED6-3497-1E2A-865C4EF1898D}"/>
          </ac:picMkLst>
        </pc:picChg>
        <pc:picChg chg="del">
          <ac:chgData name="Maximilien Zarioh" userId="a77256be48185e07" providerId="LiveId" clId="{EE2A4923-20D6-4BDA-ACFC-F8E82C18A682}" dt="2026-01-10T22:25:03.190" v="1883" actId="478"/>
          <ac:picMkLst>
            <pc:docMk/>
            <pc:sldMk cId="65834661" sldId="265"/>
            <ac:picMk id="10" creationId="{EDAB41BF-2CB2-85FD-081B-985FFC334E1E}"/>
          </ac:picMkLst>
        </pc:picChg>
      </pc:sldChg>
      <pc:sldChg chg="new del">
        <pc:chgData name="Maximilien Zarioh" userId="a77256be48185e07" providerId="LiveId" clId="{EE2A4923-20D6-4BDA-ACFC-F8E82C18A682}" dt="2026-01-10T22:31:19.224" v="2354" actId="2696"/>
        <pc:sldMkLst>
          <pc:docMk/>
          <pc:sldMk cId="1211636261" sldId="266"/>
        </pc:sldMkLst>
      </pc:sldChg>
      <pc:sldChg chg="new del">
        <pc:chgData name="Maximilien Zarioh" userId="a77256be48185e07" providerId="LiveId" clId="{EE2A4923-20D6-4BDA-ACFC-F8E82C18A682}" dt="2026-01-10T22:31:33.809" v="2356" actId="2696"/>
        <pc:sldMkLst>
          <pc:docMk/>
          <pc:sldMk cId="3159247985" sldId="266"/>
        </pc:sldMkLst>
      </pc:sldChg>
      <pc:sldChg chg="addSp delSp modSp add mod ord">
        <pc:chgData name="Maximilien Zarioh" userId="a77256be48185e07" providerId="LiveId" clId="{EE2A4923-20D6-4BDA-ACFC-F8E82C18A682}" dt="2026-01-10T23:19:53.679" v="5329" actId="790"/>
        <pc:sldMkLst>
          <pc:docMk/>
          <pc:sldMk cId="3408042806" sldId="266"/>
        </pc:sldMkLst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3408042806" sldId="266"/>
            <ac:spMk id="2" creationId="{AD2864F0-262B-A4D0-A8DA-2FC34D06CB1B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3408042806" sldId="266"/>
            <ac:spMk id="3" creationId="{F560D66C-768A-30F1-3A08-9229CFB8DEDF}"/>
          </ac:spMkLst>
        </pc:spChg>
        <pc:spChg chg="add del mod">
          <ac:chgData name="Maximilien Zarioh" userId="a77256be48185e07" providerId="LiveId" clId="{EE2A4923-20D6-4BDA-ACFC-F8E82C18A682}" dt="2026-01-10T22:32:26.872" v="2429" actId="3680"/>
          <ac:spMkLst>
            <pc:docMk/>
            <pc:sldMk cId="3408042806" sldId="266"/>
            <ac:spMk id="5" creationId="{AFF7A2E0-4037-23CD-2687-AE73D0AA0044}"/>
          </ac:spMkLst>
        </pc:spChg>
        <pc:spChg chg="add mod">
          <ac:chgData name="Maximilien Zarioh" userId="a77256be48185e07" providerId="LiveId" clId="{EE2A4923-20D6-4BDA-ACFC-F8E82C18A682}" dt="2026-01-10T23:19:53.679" v="5329" actId="790"/>
          <ac:spMkLst>
            <pc:docMk/>
            <pc:sldMk cId="3408042806" sldId="266"/>
            <ac:spMk id="8" creationId="{410DC172-2CBF-B9D8-2241-0E7F5D1DA897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3408042806" sldId="266"/>
            <ac:spMk id="11" creationId="{1D941FCD-FBA4-8425-BCCB-3C080F835C4D}"/>
          </ac:spMkLst>
        </pc:spChg>
        <pc:graphicFrameChg chg="add del mod ord modGraphic">
          <ac:chgData name="Maximilien Zarioh" userId="a77256be48185e07" providerId="LiveId" clId="{EE2A4923-20D6-4BDA-ACFC-F8E82C18A682}" dt="2026-01-10T22:32:18.255" v="2426" actId="3680"/>
          <ac:graphicFrameMkLst>
            <pc:docMk/>
            <pc:sldMk cId="3408042806" sldId="266"/>
            <ac:graphicFrameMk id="6" creationId="{9B6511F1-0DE3-6AF1-9F55-4B03C8EFB42F}"/>
          </ac:graphicFrameMkLst>
        </pc:graphicFrameChg>
        <pc:graphicFrameChg chg="add mod ord modGraphic">
          <ac:chgData name="Maximilien Zarioh" userId="a77256be48185e07" providerId="LiveId" clId="{EE2A4923-20D6-4BDA-ACFC-F8E82C18A682}" dt="2026-01-10T23:19:53.679" v="5329" actId="790"/>
          <ac:graphicFrameMkLst>
            <pc:docMk/>
            <pc:sldMk cId="3408042806" sldId="266"/>
            <ac:graphicFrameMk id="7" creationId="{D854399C-74C2-822E-B2A6-9532ABEC7DAD}"/>
          </ac:graphicFrameMkLst>
        </pc:graphicFrameChg>
        <pc:picChg chg="del">
          <ac:chgData name="Maximilien Zarioh" userId="a77256be48185e07" providerId="LiveId" clId="{EE2A4923-20D6-4BDA-ACFC-F8E82C18A682}" dt="2026-01-10T22:32:02.587" v="2424" actId="478"/>
          <ac:picMkLst>
            <pc:docMk/>
            <pc:sldMk cId="3408042806" sldId="266"/>
            <ac:picMk id="9" creationId="{2C72D3B1-4C28-3628-F519-F5775D0C3277}"/>
          </ac:picMkLst>
        </pc:picChg>
      </pc:sldChg>
      <pc:sldChg chg="addSp delSp modSp add mod">
        <pc:chgData name="Maximilien Zarioh" userId="a77256be48185e07" providerId="LiveId" clId="{EE2A4923-20D6-4BDA-ACFC-F8E82C18A682}" dt="2026-01-10T23:19:53.679" v="5329" actId="790"/>
        <pc:sldMkLst>
          <pc:docMk/>
          <pc:sldMk cId="86959205" sldId="267"/>
        </pc:sldMkLst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86959205" sldId="267"/>
            <ac:spMk id="2" creationId="{376C13F5-1061-E11C-EFAD-3FB29D0160CB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86959205" sldId="267"/>
            <ac:spMk id="3" creationId="{6770651D-CC45-0AC1-CFED-57035F514509}"/>
          </ac:spMkLst>
        </pc:spChg>
        <pc:spChg chg="add del mod">
          <ac:chgData name="Maximilien Zarioh" userId="a77256be48185e07" providerId="LiveId" clId="{EE2A4923-20D6-4BDA-ACFC-F8E82C18A682}" dt="2026-01-10T22:48:50.768" v="3325"/>
          <ac:spMkLst>
            <pc:docMk/>
            <pc:sldMk cId="86959205" sldId="267"/>
            <ac:spMk id="5" creationId="{567579C1-1221-BE4C-CABE-7607A3C495F3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86959205" sldId="267"/>
            <ac:spMk id="11" creationId="{A8E2CFA6-438B-D0B8-CCBE-48E118A0031C}"/>
          </ac:spMkLst>
        </pc:spChg>
        <pc:picChg chg="add mod">
          <ac:chgData name="Maximilien Zarioh" userId="a77256be48185e07" providerId="LiveId" clId="{EE2A4923-20D6-4BDA-ACFC-F8E82C18A682}" dt="2026-01-10T22:48:43.532" v="3322"/>
          <ac:picMkLst>
            <pc:docMk/>
            <pc:sldMk cId="86959205" sldId="267"/>
            <ac:picMk id="7" creationId="{C919D255-4AC0-A7BE-7716-B31CAB3DD1C2}"/>
          </ac:picMkLst>
        </pc:picChg>
        <pc:picChg chg="del">
          <ac:chgData name="Maximilien Zarioh" userId="a77256be48185e07" providerId="LiveId" clId="{EE2A4923-20D6-4BDA-ACFC-F8E82C18A682}" dt="2026-01-10T22:48:36.749" v="3320" actId="478"/>
          <ac:picMkLst>
            <pc:docMk/>
            <pc:sldMk cId="86959205" sldId="267"/>
            <ac:picMk id="9" creationId="{34313824-7B1C-27F4-FFBE-CAF7A222ADA1}"/>
          </ac:picMkLst>
        </pc:picChg>
        <pc:picChg chg="add mod">
          <ac:chgData name="Maximilien Zarioh" userId="a77256be48185e07" providerId="LiveId" clId="{EE2A4923-20D6-4BDA-ACFC-F8E82C18A682}" dt="2026-01-10T22:53:50.222" v="3800" actId="1076"/>
          <ac:picMkLst>
            <pc:docMk/>
            <pc:sldMk cId="86959205" sldId="267"/>
            <ac:picMk id="10" creationId="{65CF1AAD-36B6-73C0-4B19-B8C1354A5AA4}"/>
          </ac:picMkLst>
        </pc:picChg>
      </pc:sldChg>
      <pc:sldChg chg="new del">
        <pc:chgData name="Maximilien Zarioh" userId="a77256be48185e07" providerId="LiveId" clId="{EE2A4923-20D6-4BDA-ACFC-F8E82C18A682}" dt="2026-01-10T22:48:08.534" v="3274" actId="2696"/>
        <pc:sldMkLst>
          <pc:docMk/>
          <pc:sldMk cId="2232342563" sldId="267"/>
        </pc:sldMkLst>
      </pc:sldChg>
      <pc:sldChg chg="addSp delSp modSp add del mod">
        <pc:chgData name="Maximilien Zarioh" userId="a77256be48185e07" providerId="LiveId" clId="{EE2A4923-20D6-4BDA-ACFC-F8E82C18A682}" dt="2026-01-10T22:55:11.221" v="3841" actId="2696"/>
        <pc:sldMkLst>
          <pc:docMk/>
          <pc:sldMk cId="237215456" sldId="268"/>
        </pc:sldMkLst>
        <pc:spChg chg="mod">
          <ac:chgData name="Maximilien Zarioh" userId="a77256be48185e07" providerId="LiveId" clId="{EE2A4923-20D6-4BDA-ACFC-F8E82C18A682}" dt="2026-01-10T22:54:45.385" v="3835" actId="20577"/>
          <ac:spMkLst>
            <pc:docMk/>
            <pc:sldMk cId="237215456" sldId="268"/>
            <ac:spMk id="2" creationId="{EF9C1183-70E0-8EEC-9680-B9ED1CFFCB61}"/>
          </ac:spMkLst>
        </pc:spChg>
        <pc:spChg chg="add mod">
          <ac:chgData name="Maximilien Zarioh" userId="a77256be48185e07" providerId="LiveId" clId="{EE2A4923-20D6-4BDA-ACFC-F8E82C18A682}" dt="2026-01-10T22:55:00.451" v="3837" actId="14100"/>
          <ac:spMkLst>
            <pc:docMk/>
            <pc:sldMk cId="237215456" sldId="268"/>
            <ac:spMk id="5" creationId="{5E26CD77-6DE1-9ED3-653C-D17EDC0DFF1B}"/>
          </ac:spMkLst>
        </pc:spChg>
        <pc:picChg chg="del">
          <ac:chgData name="Maximilien Zarioh" userId="a77256be48185e07" providerId="LiveId" clId="{EE2A4923-20D6-4BDA-ACFC-F8E82C18A682}" dt="2026-01-10T22:54:57.061" v="3836" actId="478"/>
          <ac:picMkLst>
            <pc:docMk/>
            <pc:sldMk cId="237215456" sldId="268"/>
            <ac:picMk id="10" creationId="{A0431708-AD0A-2329-DB46-64FC2CA15173}"/>
          </ac:picMkLst>
        </pc:picChg>
      </pc:sldChg>
      <pc:sldChg chg="new del">
        <pc:chgData name="Maximilien Zarioh" userId="a77256be48185e07" providerId="LiveId" clId="{EE2A4923-20D6-4BDA-ACFC-F8E82C18A682}" dt="2026-01-10T22:54:27.374" v="3802" actId="2696"/>
        <pc:sldMkLst>
          <pc:docMk/>
          <pc:sldMk cId="347519035" sldId="268"/>
        </pc:sldMkLst>
      </pc:sldChg>
      <pc:sldChg chg="addSp delSp modSp add mod ord">
        <pc:chgData name="Maximilien Zarioh" userId="a77256be48185e07" providerId="LiveId" clId="{EE2A4923-20D6-4BDA-ACFC-F8E82C18A682}" dt="2026-01-10T23:19:53.679" v="5329" actId="790"/>
        <pc:sldMkLst>
          <pc:docMk/>
          <pc:sldMk cId="1850260506" sldId="269"/>
        </pc:sldMkLst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1850260506" sldId="269"/>
            <ac:spMk id="2" creationId="{37D64F74-046A-C2D8-31EE-784FE38FC6CB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1850260506" sldId="269"/>
            <ac:spMk id="3" creationId="{594D87DE-C20D-AB59-08F5-DF3F06DA28D8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1850260506" sldId="269"/>
            <ac:spMk id="4" creationId="{8CE98210-B845-A786-F1F4-9C68576CF225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1850260506" sldId="269"/>
            <ac:spMk id="11" creationId="{DFD7B8A4-F96A-F3A6-1780-ECC35899C7F0}"/>
          </ac:spMkLst>
        </pc:spChg>
        <pc:graphicFrameChg chg="add mod modGraphic">
          <ac:chgData name="Maximilien Zarioh" userId="a77256be48185e07" providerId="LiveId" clId="{EE2A4923-20D6-4BDA-ACFC-F8E82C18A682}" dt="2026-01-10T23:19:53.679" v="5329" actId="790"/>
          <ac:graphicFrameMkLst>
            <pc:docMk/>
            <pc:sldMk cId="1850260506" sldId="269"/>
            <ac:graphicFrameMk id="5" creationId="{1B748A43-B5AD-0BB6-4D1C-37F22361D12B}"/>
          </ac:graphicFrameMkLst>
        </pc:graphicFrameChg>
        <pc:picChg chg="del">
          <ac:chgData name="Maximilien Zarioh" userId="a77256be48185e07" providerId="LiveId" clId="{EE2A4923-20D6-4BDA-ACFC-F8E82C18A682}" dt="2026-01-10T22:55:15.887" v="3843" actId="478"/>
          <ac:picMkLst>
            <pc:docMk/>
            <pc:sldMk cId="1850260506" sldId="269"/>
            <ac:picMk id="10" creationId="{0E6C6843-4F44-7DB9-A7FC-A57383176123}"/>
          </ac:picMkLst>
        </pc:picChg>
      </pc:sldChg>
      <pc:sldChg chg="addSp delSp modSp add mod ord">
        <pc:chgData name="Maximilien Zarioh" userId="a77256be48185e07" providerId="LiveId" clId="{EE2A4923-20D6-4BDA-ACFC-F8E82C18A682}" dt="2026-01-10T23:19:53.679" v="5329" actId="790"/>
        <pc:sldMkLst>
          <pc:docMk/>
          <pc:sldMk cId="3880254153" sldId="270"/>
        </pc:sldMkLst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3880254153" sldId="270"/>
            <ac:spMk id="2" creationId="{FEB39B12-B8D3-A147-7410-3054EF407EAB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3880254153" sldId="270"/>
            <ac:spMk id="3" creationId="{3CC32C93-9C5D-299B-6D1D-4DCBAA8BB9D0}"/>
          </ac:spMkLst>
        </pc:spChg>
        <pc:spChg chg="add del mod">
          <ac:chgData name="Maximilien Zarioh" userId="a77256be48185e07" providerId="LiveId" clId="{EE2A4923-20D6-4BDA-ACFC-F8E82C18A682}" dt="2026-01-10T23:05:17.721" v="4618"/>
          <ac:spMkLst>
            <pc:docMk/>
            <pc:sldMk cId="3880254153" sldId="270"/>
            <ac:spMk id="5" creationId="{A5264596-41D3-86BA-513A-38B7444C056D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3880254153" sldId="270"/>
            <ac:spMk id="11" creationId="{9D0971F6-6921-E3E6-0E65-0DD8917898B6}"/>
          </ac:spMkLst>
        </pc:spChg>
        <pc:picChg chg="add mod">
          <ac:chgData name="Maximilien Zarioh" userId="a77256be48185e07" providerId="LiveId" clId="{EE2A4923-20D6-4BDA-ACFC-F8E82C18A682}" dt="2026-01-10T23:05:19.248" v="4619" actId="27614"/>
          <ac:picMkLst>
            <pc:docMk/>
            <pc:sldMk cId="3880254153" sldId="270"/>
            <ac:picMk id="7" creationId="{3BA6F8AC-89AE-B515-5BAC-E50240A18471}"/>
          </ac:picMkLst>
        </pc:picChg>
        <pc:picChg chg="del">
          <ac:chgData name="Maximilien Zarioh" userId="a77256be48185e07" providerId="LiveId" clId="{EE2A4923-20D6-4BDA-ACFC-F8E82C18A682}" dt="2026-01-10T23:04:51.723" v="4609" actId="478"/>
          <ac:picMkLst>
            <pc:docMk/>
            <pc:sldMk cId="3880254153" sldId="270"/>
            <ac:picMk id="10" creationId="{CF07C98B-E80C-69DD-6464-4DB24C392E73}"/>
          </ac:picMkLst>
        </pc:picChg>
      </pc:sldChg>
      <pc:sldChg chg="addSp delSp modSp add mod ord">
        <pc:chgData name="Maximilien Zarioh" userId="a77256be48185e07" providerId="LiveId" clId="{EE2A4923-20D6-4BDA-ACFC-F8E82C18A682}" dt="2026-01-10T23:19:53.679" v="5329" actId="790"/>
        <pc:sldMkLst>
          <pc:docMk/>
          <pc:sldMk cId="499721619" sldId="271"/>
        </pc:sldMkLst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499721619" sldId="271"/>
            <ac:spMk id="2" creationId="{DD253FAC-D15C-577F-83A6-AA4A30E75FD2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499721619" sldId="271"/>
            <ac:spMk id="3" creationId="{403519E8-808C-5DEB-C669-77B86B75B4D9}"/>
          </ac:spMkLst>
        </pc:spChg>
        <pc:spChg chg="add del mod">
          <ac:chgData name="Maximilien Zarioh" userId="a77256be48185e07" providerId="LiveId" clId="{EE2A4923-20D6-4BDA-ACFC-F8E82C18A682}" dt="2026-01-10T23:05:14.211" v="4616"/>
          <ac:spMkLst>
            <pc:docMk/>
            <pc:sldMk cId="499721619" sldId="271"/>
            <ac:spMk id="5" creationId="{4DBEA5F5-3CC4-A722-7CDF-B6CE4C433DD3}"/>
          </ac:spMkLst>
        </pc:spChg>
        <pc:spChg chg="mod">
          <ac:chgData name="Maximilien Zarioh" userId="a77256be48185e07" providerId="LiveId" clId="{EE2A4923-20D6-4BDA-ACFC-F8E82C18A682}" dt="2026-01-10T23:19:53.679" v="5329" actId="790"/>
          <ac:spMkLst>
            <pc:docMk/>
            <pc:sldMk cId="499721619" sldId="271"/>
            <ac:spMk id="11" creationId="{6E0DD5D3-372B-11BA-860B-44E11D63C45F}"/>
          </ac:spMkLst>
        </pc:spChg>
        <pc:picChg chg="add mod">
          <ac:chgData name="Maximilien Zarioh" userId="a77256be48185e07" providerId="LiveId" clId="{EE2A4923-20D6-4BDA-ACFC-F8E82C18A682}" dt="2026-01-10T23:05:16.201" v="4617" actId="27614"/>
          <ac:picMkLst>
            <pc:docMk/>
            <pc:sldMk cId="499721619" sldId="271"/>
            <ac:picMk id="7" creationId="{0848B565-1157-5751-E31C-71CA2234F19E}"/>
          </ac:picMkLst>
        </pc:picChg>
        <pc:picChg chg="del mod">
          <ac:chgData name="Maximilien Zarioh" userId="a77256be48185e07" providerId="LiveId" clId="{EE2A4923-20D6-4BDA-ACFC-F8E82C18A682}" dt="2026-01-10T23:05:02.285" v="4613" actId="478"/>
          <ac:picMkLst>
            <pc:docMk/>
            <pc:sldMk cId="499721619" sldId="271"/>
            <ac:picMk id="10" creationId="{40E2F6F3-BDD2-8A13-8E6D-2683E7F75A92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9075" tIns="49538" rIns="99075" bIns="49538" rtlCol="0"/>
          <a:lstStyle>
            <a:lvl1pPr algn="r">
              <a:defRPr sz="1300"/>
            </a:lvl1pPr>
          </a:lstStyle>
          <a:p>
            <a:fld id="{63110F9B-C009-4DBD-8B9E-0034F8C701A4}" type="datetimeFigureOut">
              <a:rPr lang="en-US" smtClean="0"/>
              <a:t>1/10/2026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482600" y="1279525"/>
            <a:ext cx="6140450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9075" tIns="49538" rIns="99075" bIns="49538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07"/>
            <a:ext cx="5683250" cy="4029879"/>
          </a:xfrm>
          <a:prstGeom prst="rect">
            <a:avLst/>
          </a:prstGeom>
        </p:spPr>
        <p:txBody>
          <a:bodyPr vert="horz" lIns="99075" tIns="49538" rIns="99075" bIns="49538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l">
              <a:defRPr sz="13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07"/>
            <a:ext cx="3078427" cy="513507"/>
          </a:xfrm>
          <a:prstGeom prst="rect">
            <a:avLst/>
          </a:prstGeom>
        </p:spPr>
        <p:txBody>
          <a:bodyPr vert="horz" lIns="99075" tIns="49538" rIns="99075" bIns="49538" rtlCol="0" anchor="b"/>
          <a:lstStyle>
            <a:lvl1pPr algn="r">
              <a:defRPr sz="1300"/>
            </a:lvl1pPr>
          </a:lstStyle>
          <a:p>
            <a:fld id="{0A77A8E4-0E26-428A-BB00-829B47C99369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3872122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gb0329f365a_0_2:notes"/>
          <p:cNvSpPr>
            <a:spLocks noGrp="1" noRot="1" noChangeAspect="1"/>
          </p:cNvSpPr>
          <p:nvPr>
            <p:ph type="sldImg" idx="2"/>
          </p:nvPr>
        </p:nvSpPr>
        <p:spPr>
          <a:xfrm>
            <a:off x="142875" y="768350"/>
            <a:ext cx="6818313" cy="3836988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54" name="Google Shape;54;gb0329f365a_0_2:notes"/>
          <p:cNvSpPr txBox="1">
            <a:spLocks noGrp="1"/>
          </p:cNvSpPr>
          <p:nvPr>
            <p:ph type="body" idx="1"/>
          </p:nvPr>
        </p:nvSpPr>
        <p:spPr>
          <a:xfrm>
            <a:off x="710407" y="4861441"/>
            <a:ext cx="5683250" cy="4605576"/>
          </a:xfrm>
          <a:prstGeom prst="rect">
            <a:avLst/>
          </a:prstGeom>
        </p:spPr>
        <p:txBody>
          <a:bodyPr spcFirstLastPara="1" wrap="square" lIns="99059" tIns="99059" rIns="99059" bIns="99059" anchor="t" anchorCtr="0">
            <a:noAutofit/>
          </a:bodyPr>
          <a:lstStyle/>
          <a:p>
            <a:r>
              <a:rPr lang="fr-BE"/>
              <a:t>Bonjour tout ça tout ça </a:t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image des diapositives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ce réservé des not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fr-FR" dirty="0"/>
          </a:p>
        </p:txBody>
      </p:sp>
      <p:sp>
        <p:nvSpPr>
          <p:cNvPr id="4" name="Espace réservé du numéro de diapositiv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A77A8E4-0E26-428A-BB00-829B47C99369}" type="slidenum">
              <a:rPr lang="en-US" smtClean="0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93154513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2C630CA-24C6-9B78-5FDB-784F296973D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9151EE7-B697-47DE-5697-ABF2A15709C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F678C7-E0D4-F650-9BE8-868CF498345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52FAA0D-C9D0-4386-90EF-E3EA16CB31C3}" type="datetime1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7D9C985-068C-7269-C843-7777E6C2FE1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CCE530D-403E-3B03-CB8F-2E8FBFA97D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3596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7EAC41-141F-E1DF-B558-57752E12C8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21558DE-51E9-1332-8FF3-819DEDD8262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40E4DA6-7B6D-2CA0-7FA3-EF30BC72AE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58ABAD9-FCC0-4D38-A993-86CF917CB433}" type="datetime1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5C4E8D2-5945-191F-EFFB-310FC5480B5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7AE273B-0430-8E80-C24E-78A2FB62E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5516546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0CF843F-811C-7893-ABFF-9CE6624C5A7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D101ACBB-62AE-A243-D017-545A2D8DA1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22D8F49-7E48-2DD5-FA54-B8EF53C0CBB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094D7AD-BE52-4B88-816C-C96CA61040FE}" type="datetime1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78A2F5A-3E2A-E58C-BAA7-E57C1D1E35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0C3E540-36F9-4977-B379-ADE2FF55FF5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68323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0AF1900-BE54-43B4-173A-507CEEA1E4A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7D6C043-EE5E-DA11-24E4-26ABE31F4FA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A8FAAEF-5406-FE13-DB10-2140336BC1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27537E2-5FDB-9DF2-4540-246C07D041F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2FFE8D-60AE-440B-A292-F138FC72EE82}" type="datetime1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D666B5-99B5-7C94-021F-4FEB34AB59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983F625-3C9E-73C5-92CB-F38A0C244A2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62351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FBD2D0-1DE4-22C5-4586-1045E19F7D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0FCF096-5933-D673-9403-1DF7558F11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A0ADC1D-A5FF-B3FF-CEB0-EE8A9EB4091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4C10049-2099-ACC0-9162-CAB8D51BD71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9C383D61-A77B-1AF6-6849-A3E0A3DEC45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9BC13D41-CF75-B979-55CA-B73B6063918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5738BF5-689C-4A1C-B037-38B31E416652}" type="datetime1">
              <a:rPr lang="en-US" smtClean="0"/>
              <a:t>1/10/2026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5A6EF653-4691-8928-D3CD-7CE689A741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7E4FE235-307E-000E-90CE-DE1943F2C4C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240574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2E470B3-5A55-853A-B590-44EA065435B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3228A70C-3A36-0144-A49D-8C38084B80D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6507123-F364-49C5-A3A5-A69B59FF5EF5}" type="datetime1">
              <a:rPr lang="en-US" smtClean="0"/>
              <a:t>1/10/2026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88A80877-2C81-E4AA-3BF2-407AD4E6483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48751A8-08FF-C5B3-AE1C-85691083CF7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6079970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5491CE40-E6C4-9DF8-E481-ACE496D626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189FC79-4D78-4021-B828-54CF14EA2944}" type="datetime1">
              <a:rPr lang="en-US" smtClean="0"/>
              <a:t>1/10/2026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957F40E-71F8-4392-0BBF-BB8B416F81B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12793D9-6B16-F814-9CA6-A52BBB9C62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5382544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208CF51-5420-3E5D-FC08-A54A4C4176C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D2AFD37-8072-3E37-90D2-0D826199AD45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FAD590BB-8A02-4067-84F4-54FA29486E1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A84D057-2267-243C-4E1A-1722FB2788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B0A4351-556F-46F7-A1C6-50685D8803FD}" type="datetime1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36762CD-A7E7-148E-4353-9B20AD9357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213A6AF-5288-0CE0-F870-10B2AFF9347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2678277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79DA1F8-EF22-AFFB-4AF7-C074AFD1E6F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3D08EF8B-A3E3-83BC-0500-3B8A796F05E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E451134-139B-A08B-6EFE-3C6375FE964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4AD065A4-A21A-A3DD-B16E-2C7D1070CE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137D1-F041-4144-97B0-A47B7B940AB8}" type="datetime1">
              <a:rPr lang="en-US" smtClean="0"/>
              <a:t>1/10/2026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62CD755D-4ECA-7B9D-4C88-171EB96E88B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FFDACF2-95D4-8769-E71F-8ECDFD7828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42616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D525303-0C4B-6AD2-4288-3A17025BF88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CFCFA5F-42B1-3462-0AAA-391B2A5654A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A491AC4-3E08-95B4-2698-FC4E72CD19C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F2627C-50DE-4898-B868-51452812C2C2}" type="datetime1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4414F91-CA2C-60CB-70C9-DCBE90DFAC1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A218CF8-D8A9-D016-DE33-F2EF671F5D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428508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0A08D7D-6CA1-EFA2-86F6-AEF02C3B436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681DBD5-C76D-84FB-C491-4A7111AED3D6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9F7C877-B98F-0260-A4D2-8D6C472D93F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F07A9-E4E9-4FAA-8FFA-3772E04BA1D8}" type="datetime1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8497EC0-574C-1661-EFB5-BC983BFD6EC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081603A-2DF0-661C-DF6A-72D90F45D73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6132869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 and 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Google Shape;17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9036751" y="0"/>
            <a:ext cx="3155235" cy="1460533"/>
          </a:xfrm>
          <a:prstGeom prst="rect">
            <a:avLst/>
          </a:prstGeom>
          <a:noFill/>
          <a:ln>
            <a:noFill/>
          </a:ln>
        </p:spPr>
      </p:pic>
      <p:pic>
        <p:nvPicPr>
          <p:cNvPr id="18" name="Google Shape;18;p4"/>
          <p:cNvPicPr preferRelativeResize="0"/>
          <p:nvPr/>
        </p:nvPicPr>
        <p:blipFill rotWithShape="1">
          <a:blip r:embed="rId3">
            <a:alphaModFix/>
          </a:blip>
          <a:srcRect r="22245" b="31157"/>
          <a:stretch/>
        </p:blipFill>
        <p:spPr>
          <a:xfrm>
            <a:off x="6574467" y="1884001"/>
            <a:ext cx="5617532" cy="4973999"/>
          </a:xfrm>
          <a:prstGeom prst="rect">
            <a:avLst/>
          </a:prstGeom>
          <a:noFill/>
          <a:ln>
            <a:noFill/>
          </a:ln>
        </p:spPr>
      </p:pic>
      <p:sp>
        <p:nvSpPr>
          <p:cNvPr id="19" name="Google Shape;19;p4"/>
          <p:cNvSpPr txBox="1">
            <a:spLocks noGrp="1"/>
          </p:cNvSpPr>
          <p:nvPr>
            <p:ph type="title"/>
          </p:nvPr>
        </p:nvSpPr>
        <p:spPr>
          <a:xfrm>
            <a:off x="415600" y="593367"/>
            <a:ext cx="11360800" cy="763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0" name="Google Shape;20;p4"/>
          <p:cNvSpPr txBox="1">
            <a:spLocks noGrp="1"/>
          </p:cNvSpPr>
          <p:nvPr>
            <p:ph type="body" idx="1"/>
          </p:nvPr>
        </p:nvSpPr>
        <p:spPr>
          <a:xfrm>
            <a:off x="415600" y="1536633"/>
            <a:ext cx="11360800" cy="45552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Autofit/>
          </a:bodyPr>
          <a:lstStyle>
            <a:lvl1pPr marL="609585" lvl="0" indent="-457189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1219170" lvl="1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2pPr>
            <a:lvl3pPr marL="1828754" lvl="2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3pPr>
            <a:lvl4pPr marL="2438339" lvl="3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4pPr>
            <a:lvl5pPr marL="3047924" lvl="4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5pPr>
            <a:lvl6pPr marL="3657509" lvl="5" indent="-423323">
              <a:spcBef>
                <a:spcPts val="2133"/>
              </a:spcBef>
              <a:spcAft>
                <a:spcPts val="0"/>
              </a:spcAft>
              <a:buSzPts val="1400"/>
              <a:buChar char="■"/>
              <a:defRPr/>
            </a:lvl6pPr>
            <a:lvl7pPr marL="4267093" lvl="6" indent="-423323">
              <a:spcBef>
                <a:spcPts val="2133"/>
              </a:spcBef>
              <a:spcAft>
                <a:spcPts val="0"/>
              </a:spcAft>
              <a:buSzPts val="1400"/>
              <a:buChar char="●"/>
              <a:defRPr/>
            </a:lvl7pPr>
            <a:lvl8pPr marL="4876678" lvl="7" indent="-423323">
              <a:spcBef>
                <a:spcPts val="2133"/>
              </a:spcBef>
              <a:spcAft>
                <a:spcPts val="0"/>
              </a:spcAft>
              <a:buSzPts val="1400"/>
              <a:buChar char="○"/>
              <a:defRPr/>
            </a:lvl8pPr>
            <a:lvl9pPr marL="5486263" lvl="8" indent="-423323">
              <a:spcBef>
                <a:spcPts val="2133"/>
              </a:spcBef>
              <a:spcAft>
                <a:spcPts val="2133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21" name="Google Shape;21;p4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fld id="{00000000-1234-1234-1234-123412341234}" type="slidenum">
              <a:rPr lang="en" smtClean="0"/>
              <a:pPr/>
              <a:t>‹N°›</a:t>
            </a:fld>
            <a:endParaRPr lang="en"/>
          </a:p>
        </p:txBody>
      </p:sp>
    </p:spTree>
    <p:extLst>
      <p:ext uri="{BB962C8B-B14F-4D97-AF65-F5344CB8AC3E}">
        <p14:creationId xmlns:p14="http://schemas.microsoft.com/office/powerpoint/2010/main" val="174503141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2B9BF16C-76B8-7A6A-FFFD-A22D55DF2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1C342A92-CF2C-6BD7-D884-A43788E5DAA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C8C28A3-AB6B-4598-370E-F5904188FC5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71CD7B04-E8DB-480D-A35E-01BC6794F995}" type="datetime1">
              <a:rPr lang="en-US" smtClean="0"/>
              <a:t>1/10/2026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28464BF-0838-1B03-35CB-959FEB0069A3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C57C458-A61B-D7F4-F57C-F9B28C5FED5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16B96A9-9D0B-42B4-A500-01C2FE6BA2E1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8859942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Relationship Id="rId5" Type="http://schemas.openxmlformats.org/officeDocument/2006/relationships/image" Target="../media/image8.png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11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4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4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4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4.xml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4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24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6" name="Google Shape;5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518384" y="247667"/>
            <a:ext cx="3155235" cy="1460533"/>
          </a:xfrm>
          <a:prstGeom prst="rect">
            <a:avLst/>
          </a:prstGeom>
          <a:noFill/>
          <a:ln>
            <a:noFill/>
          </a:ln>
        </p:spPr>
      </p:pic>
      <p:sp>
        <p:nvSpPr>
          <p:cNvPr id="57" name="Google Shape;57;p13"/>
          <p:cNvSpPr txBox="1"/>
          <p:nvPr/>
        </p:nvSpPr>
        <p:spPr>
          <a:xfrm>
            <a:off x="0" y="2014833"/>
            <a:ext cx="12192000" cy="84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3067" noProof="0" dirty="0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  <a:t>MECA-H411: Mechanical vibrations</a:t>
            </a:r>
          </a:p>
        </p:txBody>
      </p:sp>
      <p:sp>
        <p:nvSpPr>
          <p:cNvPr id="58" name="Google Shape;58;p13"/>
          <p:cNvSpPr txBox="1"/>
          <p:nvPr/>
        </p:nvSpPr>
        <p:spPr>
          <a:xfrm>
            <a:off x="0" y="3090484"/>
            <a:ext cx="12192000" cy="591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2400" b="1" noProof="0" dirty="0">
                <a:solidFill>
                  <a:srgbClr val="E9530B"/>
                </a:solidFill>
                <a:latin typeface="Lato"/>
                <a:ea typeface="Lato"/>
                <a:cs typeface="Lato"/>
                <a:sym typeface="Lato"/>
              </a:rPr>
              <a:t>Satellite in </a:t>
            </a:r>
            <a:r>
              <a:rPr lang="en-US" sz="2400" b="1" noProof="0" dirty="0" err="1">
                <a:solidFill>
                  <a:srgbClr val="E9530B"/>
                </a:solidFill>
                <a:latin typeface="Lato"/>
                <a:ea typeface="Lato"/>
                <a:cs typeface="Lato"/>
                <a:sym typeface="Lato"/>
              </a:rPr>
              <a:t>microvibrations</a:t>
            </a:r>
            <a:r>
              <a:rPr lang="en-US" sz="2400" b="1" noProof="0" dirty="0">
                <a:solidFill>
                  <a:srgbClr val="E9530B"/>
                </a:solidFill>
                <a:latin typeface="Lato"/>
                <a:ea typeface="Lato"/>
                <a:cs typeface="Lato"/>
                <a:sym typeface="Lato"/>
              </a:rPr>
              <a:t> in orbit</a:t>
            </a:r>
            <a:endParaRPr lang="en-US" sz="2800" noProof="0" dirty="0">
              <a:solidFill>
                <a:srgbClr val="E9530B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60" name="Google Shape;60;p13"/>
          <p:cNvSpPr txBox="1"/>
          <p:nvPr/>
        </p:nvSpPr>
        <p:spPr>
          <a:xfrm>
            <a:off x="656467" y="4379067"/>
            <a:ext cx="2657200" cy="167536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2400" b="1" noProof="0" dirty="0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  <a:t>Student</a:t>
            </a:r>
            <a:r>
              <a:rPr lang="en-US" sz="2400" noProof="0" dirty="0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  <a:t>:</a:t>
            </a:r>
            <a:br>
              <a:rPr lang="en-US" sz="2400" noProof="0" dirty="0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en-US" sz="2400" noProof="0" dirty="0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  <a:t>Maximilien Zarioh</a:t>
            </a:r>
          </a:p>
        </p:txBody>
      </p:sp>
      <p:sp>
        <p:nvSpPr>
          <p:cNvPr id="61" name="Google Shape;61;p13"/>
          <p:cNvSpPr txBox="1"/>
          <p:nvPr/>
        </p:nvSpPr>
        <p:spPr>
          <a:xfrm>
            <a:off x="7292369" y="4379051"/>
            <a:ext cx="4107151" cy="128745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r>
              <a:rPr lang="en-US" sz="2400" b="1" noProof="0" dirty="0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  <a:t>Professors</a:t>
            </a:r>
            <a:r>
              <a:rPr lang="en-US" sz="2400" noProof="0" dirty="0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  <a:t>:</a:t>
            </a:r>
          </a:p>
          <a:p>
            <a:r>
              <a:rPr lang="en-US" sz="2400" noProof="0" dirty="0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  <a:t>Arnaud </a:t>
            </a:r>
            <a:r>
              <a:rPr lang="en-US" sz="2400" noProof="0" dirty="0" err="1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  <a:t>Deraemaeker</a:t>
            </a:r>
            <a:br>
              <a:rPr lang="en-US" sz="2400" noProof="0" dirty="0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</a:br>
            <a:r>
              <a:rPr lang="en-US" sz="2400" noProof="0" dirty="0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  <a:t>Wout  </a:t>
            </a:r>
            <a:r>
              <a:rPr lang="en-US" sz="2400" noProof="0" dirty="0" err="1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  <a:t>Weijtjens</a:t>
            </a:r>
            <a:endParaRPr lang="en-US" sz="2400" noProof="0" dirty="0">
              <a:solidFill>
                <a:srgbClr val="104085"/>
              </a:solidFill>
              <a:latin typeface="Lato"/>
              <a:ea typeface="Lato"/>
              <a:cs typeface="Lato"/>
              <a:sym typeface="Lato"/>
            </a:endParaRPr>
          </a:p>
        </p:txBody>
      </p:sp>
      <p:sp>
        <p:nvSpPr>
          <p:cNvPr id="62" name="Google Shape;62;p13"/>
          <p:cNvSpPr txBox="1">
            <a:spLocks noGrp="1"/>
          </p:cNvSpPr>
          <p:nvPr>
            <p:ph type="sldNum" idx="12"/>
          </p:nvPr>
        </p:nvSpPr>
        <p:spPr>
          <a:xfrm>
            <a:off x="11296611" y="6217623"/>
            <a:ext cx="731600" cy="524800"/>
          </a:xfrm>
          <a:prstGeom prst="rect">
            <a:avLst/>
          </a:prstGeom>
        </p:spPr>
        <p:txBody>
          <a:bodyPr spcFirstLastPara="1" vert="horz" wrap="square" lIns="121900" tIns="121900" rIns="121900" bIns="121900" rtlCol="0" anchor="ctr" anchorCtr="0">
            <a:noAutofit/>
          </a:bodyPr>
          <a:lstStyle/>
          <a:p>
            <a:fld id="{00000000-1234-1234-1234-123412341234}" type="slidenum">
              <a:rPr lang="en-US" noProof="0" smtClean="0"/>
              <a:pPr/>
              <a:t>1</a:t>
            </a:fld>
            <a:endParaRPr lang="en-US" noProof="0" dirty="0"/>
          </a:p>
        </p:txBody>
      </p:sp>
      <p:sp>
        <p:nvSpPr>
          <p:cNvPr id="63" name="Google Shape;63;p13"/>
          <p:cNvSpPr txBox="1"/>
          <p:nvPr/>
        </p:nvSpPr>
        <p:spPr>
          <a:xfrm>
            <a:off x="3799239" y="6217623"/>
            <a:ext cx="4593521" cy="534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121900" tIns="121900" rIns="121900" bIns="121900" anchor="t" anchorCtr="0">
            <a:noAutofit/>
          </a:bodyPr>
          <a:lstStyle/>
          <a:p>
            <a:pPr algn="ctr"/>
            <a:r>
              <a:rPr lang="en-US" sz="2400" noProof="0" dirty="0">
                <a:solidFill>
                  <a:srgbClr val="104085"/>
                </a:solidFill>
                <a:latin typeface="Lato"/>
                <a:ea typeface="Lato"/>
                <a:cs typeface="Lato"/>
                <a:sym typeface="Lato"/>
              </a:rPr>
              <a:t>Thursday, 22 January 2026</a:t>
            </a:r>
          </a:p>
        </p:txBody>
      </p:sp>
      <p:sp>
        <p:nvSpPr>
          <p:cNvPr id="65" name="Google Shape;65;p13"/>
          <p:cNvSpPr/>
          <p:nvPr/>
        </p:nvSpPr>
        <p:spPr>
          <a:xfrm>
            <a:off x="8441600" y="0"/>
            <a:ext cx="3750400" cy="1781600"/>
          </a:xfrm>
          <a:prstGeom prst="rect">
            <a:avLst/>
          </a:prstGeom>
          <a:solidFill>
            <a:srgbClr val="FFFFFF"/>
          </a:solidFill>
          <a:ln w="9525" cap="flat" cmpd="sng">
            <a:solidFill>
              <a:srgbClr val="FFFFFF"/>
            </a:solidFill>
            <a:prstDash val="solid"/>
            <a:round/>
            <a:headEnd type="none" w="sm" len="sm"/>
            <a:tailEnd type="none" w="sm" len="sm"/>
          </a:ln>
        </p:spPr>
        <p:txBody>
          <a:bodyPr spcFirstLastPara="1" wrap="square" lIns="121900" tIns="121900" rIns="121900" bIns="121900" anchor="ctr" anchorCtr="0">
            <a:noAutofit/>
          </a:bodyPr>
          <a:lstStyle/>
          <a:p>
            <a:endParaRPr lang="en-US" sz="2400" noProof="0" dirty="0"/>
          </a:p>
        </p:txBody>
      </p:sp>
    </p:spTree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1144"/>
    </mc:Choice>
    <mc:Fallback>
      <p:transition spd="slow" advTm="1144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982A5D92-5A59-650C-B90C-AE335FE7DDB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9444"/>
          </a:xfrm>
        </p:spPr>
        <p:txBody>
          <a:bodyPr>
            <a:normAutofit fontScale="90000"/>
          </a:bodyPr>
          <a:lstStyle/>
          <a:p>
            <a:r>
              <a:rPr lang="en-US" b="1" noProof="0" dirty="0"/>
              <a:t>Q1.1 &amp; Q1.2: Modal analysis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6B4B79D-B853-BD44-EDDD-89F2D1E3E68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222872"/>
                <a:ext cx="5181600" cy="300760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sz="2400" b="1" noProof="0" dirty="0"/>
                  <a:t>Rigid body modes (0Hz)</a:t>
                </a:r>
              </a:p>
              <a:p>
                <a:r>
                  <a:rPr lang="en-US" sz="2000" noProof="0" dirty="0"/>
                  <a:t>3 modes with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𝑓</m:t>
                        </m:r>
                      </m:e>
                      <m:sub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=0 </m:t>
                    </m:r>
                    <m:r>
                      <m:rPr>
                        <m:nor/>
                      </m:rPr>
                      <a:rPr lang="en-US" sz="2000" b="0" i="0" noProof="0" smtClean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endParaRPr lang="en-US" sz="2000" noProof="0" dirty="0"/>
              </a:p>
              <a:p>
                <a:r>
                  <a:rPr lang="en-US" sz="2000" noProof="0" dirty="0"/>
                  <a:t>Free-free boundary conditions (satellite in 				orbit)</a:t>
                </a:r>
              </a:p>
              <a:p>
                <a:r>
                  <a:rPr lang="en-US" sz="2000" noProof="0" dirty="0"/>
                  <a:t>Represent motion without elastic deformation:</a:t>
                </a:r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1800" noProof="0" dirty="0"/>
                  <a:t>Translation along </a:t>
                </a:r>
                <a14:m>
                  <m:oMath xmlns:m="http://schemas.openxmlformats.org/officeDocument/2006/math">
                    <m:r>
                      <a:rPr lang="en-US" sz="1800" b="0" i="1" noProof="0" smtClean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800" noProof="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1800" noProof="0" dirty="0"/>
                  <a:t>Translation along </a:t>
                </a:r>
                <a14:m>
                  <m:oMath xmlns:m="http://schemas.openxmlformats.org/officeDocument/2006/math">
                    <m:r>
                      <a:rPr lang="en-US" sz="1800" b="0" i="1" noProof="0" smtClean="0">
                        <a:latin typeface="Cambria Math" panose="02040503050406030204" pitchFamily="18" charset="0"/>
                      </a:rPr>
                      <m:t>𝑦</m:t>
                    </m:r>
                  </m:oMath>
                </a14:m>
                <a:endParaRPr lang="en-US" sz="1800" b="0" noProof="0" dirty="0"/>
              </a:p>
              <a:p>
                <a:pPr marL="914400" lvl="1" indent="-457200">
                  <a:buFont typeface="+mj-lt"/>
                  <a:buAutoNum type="arabicPeriod"/>
                </a:pPr>
                <a:r>
                  <a:rPr lang="en-US" sz="1800" noProof="0" dirty="0"/>
                  <a:t>Rotation along </a:t>
                </a:r>
                <a14:m>
                  <m:oMath xmlns:m="http://schemas.openxmlformats.org/officeDocument/2006/math">
                    <m:r>
                      <a:rPr lang="en-US" sz="1800" b="0" i="1" noProof="0" smtClean="0">
                        <a:latin typeface="Cambria Math" panose="02040503050406030204" pitchFamily="18" charset="0"/>
                      </a:rPr>
                      <m:t>𝑧</m:t>
                    </m:r>
                  </m:oMath>
                </a14:m>
                <a:endParaRPr lang="en-US" sz="1800" noProof="0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6B4B79D-B853-BD44-EDDD-89F2D1E3E68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222872"/>
                <a:ext cx="5181600" cy="3007605"/>
              </a:xfrm>
              <a:blipFill>
                <a:blip r:embed="rId2"/>
                <a:stretch>
                  <a:fillRect l="-1882" t="-3651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A2866B03-680F-2F1D-7015-9A8B3EE5FF7D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172200" y="1216800"/>
                <a:ext cx="5181599" cy="3007605"/>
              </a:xfrm>
            </p:spPr>
            <p:txBody>
              <a:bodyPr>
                <a:normAutofit lnSpcReduction="10000"/>
              </a:bodyPr>
              <a:lstStyle/>
              <a:p>
                <a:pPr marL="0" indent="0">
                  <a:buNone/>
                </a:pPr>
                <a:r>
                  <a:rPr lang="en-US" sz="2400" b="1" noProof="0" dirty="0"/>
                  <a:t>First flexible modes</a:t>
                </a:r>
              </a:p>
              <a:p>
                <a:r>
                  <a:rPr lang="en-US" sz="2000" noProof="0" dirty="0"/>
                  <a:t>Mode 4: </a:t>
                </a:r>
                <a14:m>
                  <m:oMath xmlns:m="http://schemas.openxmlformats.org/officeDocument/2006/math"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=0.33 </m:t>
                    </m:r>
                    <m:r>
                      <m:rPr>
                        <m:nor/>
                      </m:rPr>
                      <a:rPr lang="en-US" sz="2000" b="0" i="0" noProof="0" smtClean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r>
                  <a:rPr lang="en-US" sz="2000" noProof="0" dirty="0"/>
                  <a:t> (first symmetric 					bending)</a:t>
                </a:r>
              </a:p>
              <a:p>
                <a:r>
                  <a:rPr lang="en-US" sz="2000" noProof="0" dirty="0"/>
                  <a:t>Mode 5: </a:t>
                </a:r>
                <a14:m>
                  <m:oMath xmlns:m="http://schemas.openxmlformats.org/officeDocument/2006/math">
                    <m:r>
                      <a:rPr lang="en-US" sz="2000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noProof="0" smtClean="0">
                        <a:latin typeface="Cambria Math" panose="02040503050406030204" pitchFamily="18" charset="0"/>
                      </a:rPr>
                      <m:t>=0.34 </m:t>
                    </m:r>
                    <m:r>
                      <m:rPr>
                        <m:nor/>
                      </m:rPr>
                      <a:rPr lang="en-US" sz="2000" noProof="0" smtClean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r>
                  <a:rPr lang="en-US" sz="2000" noProof="0" dirty="0"/>
                  <a:t> (first anti-symmetric 				bending)</a:t>
                </a:r>
              </a:p>
              <a:p>
                <a:r>
                  <a:rPr lang="en-US" sz="2000" noProof="0" dirty="0"/>
                  <a:t>Mode 6: </a:t>
                </a:r>
                <a14:m>
                  <m:oMath xmlns:m="http://schemas.openxmlformats.org/officeDocument/2006/math">
                    <m:r>
                      <a:rPr lang="en-US" sz="2000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i="1" noProof="0" smtClean="0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nor/>
                      </m:rPr>
                      <a:rPr lang="en-US" sz="2000" b="0" i="0" noProof="0" smtClean="0">
                        <a:latin typeface="Cambria Math" panose="02040503050406030204" pitchFamily="18" charset="0"/>
                      </a:rPr>
                      <m:t>2.02 </m:t>
                    </m:r>
                    <m:r>
                      <m:rPr>
                        <m:nor/>
                      </m:rPr>
                      <a:rPr lang="en-US" sz="2000" noProof="0" smtClean="0">
                        <a:latin typeface="Cambria Math" panose="02040503050406030204" pitchFamily="18" charset="0"/>
                      </a:rPr>
                      <m:t>Hz</m:t>
                    </m:r>
                  </m:oMath>
                </a14:m>
                <a:r>
                  <a:rPr lang="en-US" sz="2000" noProof="0" dirty="0"/>
                  <a:t> (antenna arm bending)</a:t>
                </a:r>
              </a:p>
            </p:txBody>
          </p:sp>
        </mc:Choice>
        <mc:Fallback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A2866B03-680F-2F1D-7015-9A8B3EE5FF7D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172200" y="1216800"/>
                <a:ext cx="5181599" cy="3007605"/>
              </a:xfrm>
              <a:blipFill>
                <a:blip r:embed="rId3"/>
                <a:stretch>
                  <a:fillRect l="-1885" t="-3651" r="-1178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" name="Image 9" descr="Une image contenant ligne, texte, capture d’écran, Tracé&#10;&#10;Le contenu généré par l’IA peut être incorrect.">
            <a:extLst>
              <a:ext uri="{FF2B5EF4-FFF2-40B4-BE49-F238E27FC236}">
                <a16:creationId xmlns:a16="http://schemas.microsoft.com/office/drawing/2014/main" id="{56482B68-B6E0-1D9F-E392-003980755EE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4422707"/>
            <a:ext cx="10515600" cy="2070167"/>
          </a:xfrm>
          <a:prstGeom prst="rect">
            <a:avLst/>
          </a:prstGeom>
        </p:spPr>
      </p:pic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A004E9C8-DB35-395E-35EA-5B68AB1CE21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noProof="0" smtClean="0"/>
              <a:t>2</a:t>
            </a:fld>
            <a:endParaRPr lang="en-US" noProof="0" dirty="0"/>
          </a:p>
        </p:txBody>
      </p:sp>
    </p:spTree>
    <p:extLst>
      <p:ext uri="{BB962C8B-B14F-4D97-AF65-F5344CB8AC3E}">
        <p14:creationId xmlns:p14="http://schemas.microsoft.com/office/powerpoint/2010/main" val="189934875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1"/>
    </mc:Choice>
    <mc:Fallback>
      <p:transition spd="slow" advTm="32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C6AFB9A-E847-A2B5-292B-04C3554ABC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DA6EB6F0-5DD9-62BA-DDA8-708E0E9CD33A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659444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b="1" noProof="0" dirty="0"/>
                  <a:t>Q1.3: Frequency response, force excitation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latin typeface="Cambria Math" panose="02040503050406030204" pitchFamily="18" charset="0"/>
                          </a:rPr>
                          <m:t>𝑭</m:t>
                        </m:r>
                      </m:e>
                      <m:sub>
                        <m:r>
                          <a:rPr lang="en-US" b="1" i="1" noProof="0" smtClean="0">
                            <a:latin typeface="Cambria Math" panose="02040503050406030204" pitchFamily="18" charset="0"/>
                          </a:rPr>
                          <m:t>𝒄</m:t>
                        </m:r>
                      </m:sub>
                    </m:sSub>
                  </m:oMath>
                </a14:m>
                <a:endParaRPr lang="en-US" b="1" noProof="0" dirty="0"/>
              </a:p>
            </p:txBody>
          </p:sp>
        </mc:Choice>
        <mc:Fallback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DA6EB6F0-5DD9-62BA-DDA8-708E0E9CD33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659444"/>
              </a:xfrm>
              <a:blipFill>
                <a:blip r:embed="rId3"/>
                <a:stretch>
                  <a:fillRect l="-2087" t="-24074" b="-3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0E613C6-7637-8621-9C86-19B7CF64F11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222872"/>
                <a:ext cx="5334000" cy="52700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noProof="0" dirty="0"/>
                  <a:t>Transfer functions</a:t>
                </a:r>
              </a:p>
              <a:p>
                <a:r>
                  <a:rPr lang="en-US" sz="2000" noProof="0" dirty="0"/>
                  <a:t>Absolute: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en-US" sz="2000" noProof="0" dirty="0"/>
              </a:p>
              <a:p>
                <a:r>
                  <a:rPr lang="en-US" sz="2000" noProof="0" dirty="0"/>
                  <a:t>Relative: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en-US" sz="2000" noProof="0" dirty="0"/>
              </a:p>
              <a:p>
                <a:pPr marL="0" indent="0">
                  <a:buNone/>
                </a:pPr>
                <a:r>
                  <a:rPr lang="en-US" sz="2400" b="1" noProof="0" dirty="0"/>
                  <a:t>Low-frequency behavior</a:t>
                </a:r>
                <a:endParaRPr lang="en-US" sz="2000" noProof="0" dirty="0"/>
              </a:p>
              <a:p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sz="20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→∞</m:t>
                    </m:r>
                  </m:oMath>
                </a14:m>
                <a:endParaRPr lang="en-US" sz="2000" b="0" noProof="0" dirty="0"/>
              </a:p>
              <a:p>
                <a:pPr lvl="1"/>
                <a:r>
                  <a:rPr lang="en-US" sz="2000" noProof="0" dirty="0"/>
                  <a:t>Mass line behavior (inertia dominates)</a:t>
                </a:r>
              </a:p>
              <a:p>
                <a:pPr lvl="1"/>
                <a:r>
                  <a:rPr lang="en-US" sz="2000" noProof="0" dirty="0"/>
                  <a:t>Constant force</a:t>
                </a:r>
              </a:p>
              <a:p>
                <a:pPr lvl="2">
                  <a:buFont typeface="Wingdings 3" panose="05040102010807070707" pitchFamily="18" charset="2"/>
                  <a:buChar char=""/>
                </a:pPr>
                <a:r>
                  <a:rPr lang="en-US" noProof="0" dirty="0"/>
                  <a:t> Constant acceleration</a:t>
                </a:r>
              </a:p>
              <a:p>
                <a:pPr lvl="3">
                  <a:buFont typeface="Wingdings 3" panose="05040102010807070707" pitchFamily="18" charset="2"/>
                  <a:buChar char=""/>
                </a:pPr>
                <a:r>
                  <a:rPr lang="en-US" sz="2000" noProof="0" dirty="0"/>
                  <a:t> Unbounded displacement</a:t>
                </a:r>
                <a:endParaRPr lang="en-US" sz="3000" noProof="0" dirty="0"/>
              </a:p>
              <a:p>
                <a14:m>
                  <m:oMath xmlns:m="http://schemas.openxmlformats.org/officeDocument/2006/math">
                    <m:f>
                      <m:fPr>
                        <m:type m:val="lin"/>
                        <m:ctrlPr>
                          <a:rPr lang="en-US" sz="2000" i="1" noProof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i="1" noProof="0" smtClean="0">
                                <a:latin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sz="200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  <m:r>
                      <a:rPr lang="en-US" sz="2000" i="1" noProof="0" smtClean="0">
                        <a:latin typeface="Cambria Math" panose="02040503050406030204" pitchFamily="18" charset="0"/>
                      </a:rPr>
                      <m:t>→</m:t>
                    </m:r>
                    <m:r>
                      <m:rPr>
                        <m:nor/>
                      </m:rPr>
                      <a:rPr lang="en-US" sz="2000" b="0" i="0" noProof="0" smtClean="0">
                        <a:latin typeface="Cambria Math" panose="02040503050406030204" pitchFamily="18" charset="0"/>
                      </a:rPr>
                      <m:t>cst</m:t>
                    </m:r>
                  </m:oMath>
                </a14:m>
                <a:endParaRPr lang="en-US" sz="2000" noProof="0" dirty="0"/>
              </a:p>
              <a:p>
                <a:pPr lvl="1"/>
                <a:r>
                  <a:rPr lang="en-US" sz="2000" noProof="0" dirty="0"/>
                  <a:t>Stiffness-dominated region</a:t>
                </a:r>
              </a:p>
              <a:p>
                <a:pPr lvl="1"/>
                <a:r>
                  <a:rPr lang="en-US" sz="2000" noProof="0" dirty="0"/>
                  <a:t>Measures internal panel deformation</a:t>
                </a:r>
              </a:p>
              <a:p>
                <a:pPr lvl="2">
                  <a:buFont typeface="Wingdings 3" panose="05040102010807070707" pitchFamily="18" charset="2"/>
                  <a:buChar char="9"/>
                </a:pPr>
                <a:r>
                  <a:rPr lang="en-US" noProof="0" dirty="0"/>
                  <a:t> Remain finite (elastic strain energy)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0E613C6-7637-8621-9C86-19B7CF64F1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222872"/>
                <a:ext cx="5334000" cy="5270002"/>
              </a:xfrm>
              <a:blipFill>
                <a:blip r:embed="rId4"/>
                <a:stretch>
                  <a:fillRect l="-1829" t="-150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D697E64-2A06-AE08-EC19-56D07A4DCB8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noProof="0" smtClean="0"/>
              <a:t>3</a:t>
            </a:fld>
            <a:endParaRPr lang="en-US" noProof="0" dirty="0"/>
          </a:p>
        </p:txBody>
      </p:sp>
      <p:pic>
        <p:nvPicPr>
          <p:cNvPr id="8" name="Espace réservé du contenu 7" descr="Une image contenant texte, diagramme, ligne, Tracé&#10;&#10;Le contenu généré par l’IA peut être incorrect.">
            <a:extLst>
              <a:ext uri="{FF2B5EF4-FFF2-40B4-BE49-F238E27FC236}">
                <a16:creationId xmlns:a16="http://schemas.microsoft.com/office/drawing/2014/main" id="{7384F159-ECF0-B2D9-4A12-C062B6F67352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277303"/>
            <a:ext cx="5181600" cy="5160643"/>
          </a:xfrm>
        </p:spPr>
      </p:pic>
    </p:spTree>
    <p:extLst>
      <p:ext uri="{BB962C8B-B14F-4D97-AF65-F5344CB8AC3E}">
        <p14:creationId xmlns:p14="http://schemas.microsoft.com/office/powerpoint/2010/main" val="4151035677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1"/>
    </mc:Choice>
    <mc:Fallback>
      <p:transition spd="slow" advTm="32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B928AB0-74C7-CA21-6C01-75658C93D4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>
        <mc:Choice xmlns:a14="http://schemas.microsoft.com/office/drawing/2010/main" Requires="a14"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6A824A58-5A64-1E06-0849-B179EDEB62FF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>
              <a:xfrm>
                <a:off x="838200" y="365126"/>
                <a:ext cx="10515600" cy="659444"/>
              </a:xfrm>
            </p:spPr>
            <p:txBody>
              <a:bodyPr>
                <a:normAutofit fontScale="90000"/>
              </a:bodyPr>
              <a:lstStyle/>
              <a:p>
                <a:r>
                  <a:rPr lang="en-US" b="1" noProof="0" dirty="0"/>
                  <a:t>Q1.4: Frequency response, torque excitation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noProof="0" smtClean="0">
                            <a:latin typeface="Cambria Math" panose="02040503050406030204" pitchFamily="18" charset="0"/>
                          </a:rPr>
                          <m:t>𝑴</m:t>
                        </m:r>
                      </m:e>
                      <m:sub>
                        <m:r>
                          <a:rPr lang="en-US" b="1" i="1" noProof="0" smtClean="0">
                            <a:latin typeface="Cambria Math" panose="02040503050406030204" pitchFamily="18" charset="0"/>
                          </a:rPr>
                          <m:t>𝒄</m:t>
                        </m:r>
                      </m:sub>
                    </m:sSub>
                  </m:oMath>
                </a14:m>
                <a:endParaRPr lang="en-US" b="1" noProof="0" dirty="0"/>
              </a:p>
            </p:txBody>
          </p:sp>
        </mc:Choice>
        <mc:Fallback>
          <p:sp>
            <p:nvSpPr>
              <p:cNvPr id="2" name="Titre 1">
                <a:extLst>
                  <a:ext uri="{FF2B5EF4-FFF2-40B4-BE49-F238E27FC236}">
                    <a16:creationId xmlns:a16="http://schemas.microsoft.com/office/drawing/2014/main" id="{6A824A58-5A64-1E06-0849-B179EDEB62F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xfrm>
                <a:off x="838200" y="365126"/>
                <a:ext cx="10515600" cy="659444"/>
              </a:xfrm>
              <a:blipFill>
                <a:blip r:embed="rId2"/>
                <a:stretch>
                  <a:fillRect l="-2087" t="-24074" b="-38889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8AEE45B-4CF8-9E2F-F621-E0880C7FCB1E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222872"/>
                <a:ext cx="5431971" cy="52700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noProof="0" dirty="0"/>
                  <a:t>Transfer functions of interest</a:t>
                </a:r>
              </a:p>
              <a:p>
                <a:r>
                  <a:rPr lang="en-US" sz="2000" noProof="0" dirty="0"/>
                  <a:t>Tip displacement: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𝑦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+8</m:t>
                        </m:r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en-US" sz="2000" b="0" noProof="0" dirty="0"/>
              </a:p>
              <a:p>
                <a:pPr lvl="1"/>
                <a:r>
                  <a:rPr lang="en-US" sz="2000" noProof="0" dirty="0"/>
                  <a:t>Total vertical motion of solar panel tip</a:t>
                </a:r>
              </a:p>
              <a:p>
                <a:pPr lvl="1"/>
                <a:r>
                  <a:rPr lang="en-US" sz="2000" noProof="0" dirty="0"/>
                  <a:t>Critical for clearance &amp; fatigue analysis</a:t>
                </a:r>
              </a:p>
              <a:p>
                <a:r>
                  <a:rPr lang="en-US" sz="2000" noProof="0" dirty="0"/>
                  <a:t>Pointing error: </a:t>
                </a:r>
                <a14:m>
                  <m:oMath xmlns:m="http://schemas.openxmlformats.org/officeDocument/2006/math">
                    <m:f>
                      <m:fPr>
                        <m:ctrlPr>
                          <a:rPr lang="en-US" sz="200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sub>
                        </m:sSub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−</m:t>
                        </m:r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𝑐</m:t>
                            </m:r>
                          </m:sub>
                        </m:sSub>
                      </m:den>
                    </m:f>
                  </m:oMath>
                </a14:m>
                <a:endParaRPr lang="en-US" sz="2000" noProof="0" dirty="0"/>
              </a:p>
              <a:p>
                <a:pPr lvl="1"/>
                <a:r>
                  <a:rPr lang="en-US" sz="2000" noProof="0" dirty="0"/>
                  <a:t>Relative angle between antenna and body</a:t>
                </a:r>
              </a:p>
              <a:p>
                <a:pPr lvl="1"/>
                <a:r>
                  <a:rPr lang="en-US" sz="2000" noProof="0" dirty="0"/>
                  <a:t>Critical for communication accuracy</a:t>
                </a:r>
              </a:p>
              <a:p>
                <a:pPr marL="0" indent="0">
                  <a:buNone/>
                </a:pPr>
                <a:r>
                  <a:rPr lang="en-US" sz="2400" b="1" noProof="0" dirty="0"/>
                  <a:t>Physical relevance</a:t>
                </a:r>
              </a:p>
              <a:p>
                <a:r>
                  <a:rPr lang="en-US" sz="2000" noProof="0" dirty="0"/>
                  <a:t>Impact on structural integrity</a:t>
                </a:r>
              </a:p>
              <a:p>
                <a:r>
                  <a:rPr lang="en-US" sz="2000" noProof="0" dirty="0"/>
                  <a:t>Mission performance (pointing accuracy)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88AEE45B-4CF8-9E2F-F621-E0880C7FCB1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222872"/>
                <a:ext cx="5431971" cy="5270002"/>
              </a:xfrm>
              <a:blipFill>
                <a:blip r:embed="rId3"/>
                <a:stretch>
                  <a:fillRect l="-1682" t="-1505" r="-89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70F54DE3-6C89-28E2-B096-AFC2BE4E44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noProof="0" smtClean="0"/>
              <a:t>4</a:t>
            </a:fld>
            <a:endParaRPr lang="en-US" noProof="0" dirty="0"/>
          </a:p>
        </p:txBody>
      </p:sp>
      <p:pic>
        <p:nvPicPr>
          <p:cNvPr id="10" name="Espace réservé du contenu 9" descr="Une image contenant texte, diagramme, Tracé, ligne&#10;&#10;Le contenu généré par l’IA peut être incorrect.">
            <a:extLst>
              <a:ext uri="{FF2B5EF4-FFF2-40B4-BE49-F238E27FC236}">
                <a16:creationId xmlns:a16="http://schemas.microsoft.com/office/drawing/2014/main" id="{A220EC2E-130B-FF3A-94D6-F0BC406344E8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3942" y="1222375"/>
            <a:ext cx="4418116" cy="5270500"/>
          </a:xfrm>
        </p:spPr>
      </p:pic>
    </p:spTree>
    <p:extLst>
      <p:ext uri="{BB962C8B-B14F-4D97-AF65-F5344CB8AC3E}">
        <p14:creationId xmlns:p14="http://schemas.microsoft.com/office/powerpoint/2010/main" val="1799126252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1"/>
    </mc:Choice>
    <mc:Fallback>
      <p:transition spd="slow" advTm="32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B866A0-C085-A45A-9824-E279D53148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8D6E6FB0-069D-3C5B-09ED-B02CF37F279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9444"/>
          </a:xfrm>
        </p:spPr>
        <p:txBody>
          <a:bodyPr>
            <a:normAutofit fontScale="90000"/>
          </a:bodyPr>
          <a:lstStyle/>
          <a:p>
            <a:r>
              <a:rPr lang="en-US" b="1" noProof="0" dirty="0"/>
              <a:t>Q1.5: Modal truncation and validation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28157D7-9B14-76D7-58BD-CE6563882E67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222872"/>
                <a:ext cx="5431971" cy="52700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noProof="0" dirty="0"/>
                  <a:t>Truncation rule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𝑐𝑢𝑡𝑜𝑓𝑓</m:t>
                          </m:r>
                        </m:sub>
                      </m:sSub>
                      <m:r>
                        <a:rPr lang="en-US" sz="2000" b="0" i="1" noProof="0" smtClean="0">
                          <a:latin typeface="Cambria Math" panose="02040503050406030204" pitchFamily="18" charset="0"/>
                        </a:rPr>
                        <m:t>=1,5×</m:t>
                      </m:r>
                      <m:sSub>
                        <m:sSubPr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𝑓</m:t>
                          </m:r>
                        </m:e>
                        <m:sub>
                          <m: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𝑚𝑎𝑥</m:t>
                          </m:r>
                        </m:sub>
                      </m:sSub>
                      <m:r>
                        <a:rPr lang="en-US" sz="2000" b="0" i="1" noProof="0" smtClean="0">
                          <a:latin typeface="Cambria Math" panose="02040503050406030204" pitchFamily="18" charset="0"/>
                        </a:rPr>
                        <m:t>=1,5×3=4,5</m:t>
                      </m:r>
                      <m:r>
                        <m:rPr>
                          <m:nor/>
                        </m:rPr>
                        <a:rPr lang="en-US" sz="2000" b="0" i="0" noProof="0" smtClean="0">
                          <a:latin typeface="Cambria Math" panose="02040503050406030204" pitchFamily="18" charset="0"/>
                        </a:rPr>
                        <m:t> </m:t>
                      </m:r>
                      <m:r>
                        <m:rPr>
                          <m:nor/>
                        </m:rPr>
                        <a:rPr lang="en-US" sz="2000" b="0" i="0" noProof="0" smtClean="0">
                          <a:latin typeface="Cambria Math" panose="02040503050406030204" pitchFamily="18" charset="0"/>
                        </a:rPr>
                        <m:t>Hz</m:t>
                      </m:r>
                    </m:oMath>
                  </m:oMathPara>
                </a14:m>
                <a:endParaRPr lang="en-US" sz="2000" b="0" noProof="0" dirty="0"/>
              </a:p>
              <a:p>
                <a:pPr marL="0" indent="0">
                  <a:buNone/>
                </a:pPr>
                <a:r>
                  <a:rPr lang="en-US" sz="2000" b="0" noProof="0" dirty="0">
                    <a:sym typeface="Wingdings 3" panose="05040102010807070707" pitchFamily="18" charset="2"/>
                  </a:rPr>
                  <a:t>	   8 modes retained (3 rigid + 5 flexible)</a:t>
                </a:r>
              </a:p>
              <a:p>
                <a:pPr marL="0" indent="0">
                  <a:buNone/>
                </a:pPr>
                <a:r>
                  <a:rPr lang="en-US" sz="2400" b="1" noProof="0" dirty="0"/>
                  <a:t>Damping approximation</a:t>
                </a:r>
              </a:p>
              <a:p>
                <a:r>
                  <a:rPr lang="en-US" sz="2000" b="0" noProof="0" dirty="0"/>
                  <a:t>Global loss factor: </a:t>
                </a:r>
                <a14:m>
                  <m:oMath xmlns:m="http://schemas.openxmlformats.org/officeDocument/2006/math"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𝜂</m:t>
                    </m:r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=0,02</m:t>
                    </m:r>
                  </m:oMath>
                </a14:m>
                <a:endParaRPr lang="en-US" sz="2000" b="0" noProof="0" dirty="0"/>
              </a:p>
              <a:p>
                <a:r>
                  <a:rPr lang="en-US" sz="2000" noProof="0" dirty="0"/>
                  <a:t>Modal damping ratio: </a:t>
                </a:r>
                <a14:m>
                  <m:oMath xmlns:m="http://schemas.openxmlformats.org/officeDocument/2006/math"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𝜉</m:t>
                    </m:r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type m:val="lin"/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i="1" noProof="0" smtClean="0">
                            <a:latin typeface="Cambria Math" panose="02040503050406030204" pitchFamily="18" charset="0"/>
                          </a:rPr>
                          <m:t>𝜂</m:t>
                        </m:r>
                      </m:num>
                      <m:den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</m:den>
                    </m:f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=0,01 (1%)</m:t>
                    </m:r>
                  </m:oMath>
                </a14:m>
                <a:endParaRPr lang="en-US" sz="2000" b="0" noProof="0" dirty="0"/>
              </a:p>
              <a:p>
                <a:pPr marL="0" indent="0">
                  <a:buNone/>
                </a:pPr>
                <a:r>
                  <a:rPr lang="en-US" sz="2400" b="1" noProof="0" dirty="0"/>
                  <a:t>Validation</a:t>
                </a:r>
              </a:p>
              <a:p>
                <a:r>
                  <a:rPr lang="en-US" sz="2000" b="0" noProof="0" dirty="0"/>
                  <a:t>Modal superposition matches full model</a:t>
                </a:r>
              </a:p>
              <a:p>
                <a:r>
                  <a:rPr lang="en-US" sz="2000" b="0" noProof="0" dirty="0"/>
                  <a:t>Excellent agreement near resonances</a:t>
                </a:r>
              </a:p>
              <a:p>
                <a:r>
                  <a:rPr lang="en-US" sz="2000" b="0" noProof="0" dirty="0"/>
                  <a:t>Small differences due to damping model conversion (hysteric </a:t>
                </a:r>
                <a14:m>
                  <m:oMath xmlns:m="http://schemas.openxmlformats.org/officeDocument/2006/math"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b="0" noProof="0" dirty="0"/>
                  <a:t> viscous)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728157D7-9B14-76D7-58BD-CE6563882E6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222872"/>
                <a:ext cx="5431971" cy="5270002"/>
              </a:xfrm>
              <a:blipFill>
                <a:blip r:embed="rId2"/>
                <a:stretch>
                  <a:fillRect l="-1682" t="-1505" r="-224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58A92996-92E3-E807-320E-1FFE15DF92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noProof="0" smtClean="0"/>
              <a:t>5</a:t>
            </a:fld>
            <a:endParaRPr lang="en-US" noProof="0" dirty="0"/>
          </a:p>
        </p:txBody>
      </p:sp>
      <p:pic>
        <p:nvPicPr>
          <p:cNvPr id="9" name="Espace réservé du contenu 8" descr="Une image contenant texte, diagramme, Tracé, ligne&#10;&#10;Le contenu généré par l’IA peut être incorrect.">
            <a:extLst>
              <a:ext uri="{FF2B5EF4-FFF2-40B4-BE49-F238E27FC236}">
                <a16:creationId xmlns:a16="http://schemas.microsoft.com/office/drawing/2014/main" id="{798CA831-CED6-3497-1E2A-865C4EF1898D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56173" y="1222375"/>
            <a:ext cx="4413653" cy="5270500"/>
          </a:xfrm>
        </p:spPr>
      </p:pic>
    </p:spTree>
    <p:extLst>
      <p:ext uri="{BB962C8B-B14F-4D97-AF65-F5344CB8AC3E}">
        <p14:creationId xmlns:p14="http://schemas.microsoft.com/office/powerpoint/2010/main" val="65834661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1"/>
    </mc:Choice>
    <mc:Fallback>
      <p:transition spd="slow" advTm="32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DD77240-4FBB-F9C6-B73B-180466F65A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AD2864F0-262B-A4D0-A8DA-2FC34D06CB1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9444"/>
          </a:xfrm>
        </p:spPr>
        <p:txBody>
          <a:bodyPr>
            <a:normAutofit fontScale="90000"/>
          </a:bodyPr>
          <a:lstStyle/>
          <a:p>
            <a:r>
              <a:rPr lang="en-US" b="1" noProof="0" dirty="0"/>
              <a:t>Q2.1 &amp; Q2.2: TMD design strategy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F560D66C-768A-30F1-3A08-9229CFB8DEDF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222872"/>
                <a:ext cx="6320247" cy="52700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noProof="0" dirty="0"/>
                  <a:t>Target mode identification</a:t>
                </a:r>
              </a:p>
              <a:p>
                <a:r>
                  <a:rPr lang="en-US" sz="2000" noProof="0" dirty="0"/>
                  <a:t>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000" noProof="0" dirty="0"/>
                  <a:t> excitation: Mode 4 (</a:t>
                </a:r>
                <a14:m>
                  <m:oMath xmlns:m="http://schemas.openxmlformats.org/officeDocument/2006/math"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0,33</m:t>
                    </m:r>
                    <m:r>
                      <m:rPr>
                        <m:nor/>
                      </m:rPr>
                      <a:rPr lang="en-US" sz="2000" b="0" i="0" noProof="0" smtClean="0">
                        <a:latin typeface="Cambria Math" panose="02040503050406030204" pitchFamily="18" charset="0"/>
                      </a:rPr>
                      <m:t> </m:t>
                    </m:r>
                    <m:r>
                      <m:rPr>
                        <m:nor/>
                      </m:rPr>
                      <a:rPr lang="en-US" sz="2000" b="0" i="0" noProof="0" smtClean="0">
                        <a:latin typeface="Cambria Math" panose="02040503050406030204" pitchFamily="18" charset="0"/>
                      </a:rPr>
                      <m:t>Hz</m:t>
                    </m:r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r>
                  <a:rPr lang="en-US" sz="2000" noProof="0" dirty="0"/>
                  <a:t>dominates</a:t>
                </a:r>
              </a:p>
              <a:p>
                <a:r>
                  <a:rPr lang="en-US" sz="2000" noProof="0" dirty="0"/>
                  <a:t>First symmetric bending mode of solar arrays</a:t>
                </a:r>
              </a:p>
              <a:p>
                <a:pPr marL="0" indent="0">
                  <a:buNone/>
                </a:pPr>
                <a:r>
                  <a:rPr lang="en-US" sz="2400" b="1" noProof="0" dirty="0"/>
                  <a:t>Den Hartog optimal tuning</a:t>
                </a:r>
              </a:p>
              <a:p>
                <a:r>
                  <a:rPr lang="en-US" sz="2000" noProof="0" dirty="0"/>
                  <a:t>Design parameters</a:t>
                </a:r>
              </a:p>
              <a:p>
                <a:pPr lvl="1"/>
                <a:r>
                  <a:rPr lang="en-US" sz="2000" noProof="0" dirty="0"/>
                  <a:t>Mass constraint: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𝑚</m:t>
                        </m:r>
                      </m:e>
                      <m:sub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𝑇𝑀𝐷</m:t>
                        </m:r>
                      </m:sub>
                    </m:sSub>
                    <m:r>
                      <a:rPr lang="en-US" sz="20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≤</m:t>
                    </m:r>
                    <m:r>
                      <a:rPr lang="en-US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3%</m:t>
                    </m:r>
                  </m:oMath>
                </a14:m>
                <a:r>
                  <a:rPr lang="en-US" sz="2000" noProof="0" dirty="0"/>
                  <a:t> of solar array mass</a:t>
                </a:r>
              </a:p>
              <a:p>
                <a:pPr lvl="1"/>
                <a:r>
                  <a:rPr lang="en-US" sz="2000" noProof="0" dirty="0"/>
                  <a:t>2 symmetric TMDs (one per solar array)</a:t>
                </a:r>
              </a:p>
              <a:p>
                <a:pPr lvl="1"/>
                <a:r>
                  <a:rPr lang="en-US" sz="2000" noProof="0" dirty="0"/>
                  <a:t>Effective mass ratio: </a:t>
                </a:r>
                <a14:m>
                  <m:oMath xmlns:m="http://schemas.openxmlformats.org/officeDocument/2006/math"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2</m:t>
                        </m:r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𝑚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𝑇𝑀𝐷</m:t>
                            </m:r>
                          </m:sub>
                        </m:sSub>
                      </m:num>
                      <m:den>
                        <m:sSub>
                          <m:sSub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𝑀</m:t>
                            </m:r>
                          </m:e>
                          <m:sub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𝑒𝑓𝑓</m:t>
                            </m:r>
                          </m:sub>
                        </m:sSub>
                      </m:den>
                    </m:f>
                  </m:oMath>
                </a14:m>
                <a:endParaRPr lang="en-US" sz="2000" b="0" noProof="0" dirty="0"/>
              </a:p>
              <a:p>
                <a:r>
                  <a:rPr lang="en-US" sz="2000" noProof="0" dirty="0"/>
                  <a:t>Den Hartog formulas</a:t>
                </a:r>
              </a:p>
              <a:p>
                <a:pPr lvl="1"/>
                <a:r>
                  <a:rPr lang="en-US" sz="2000" b="0" noProof="0" dirty="0"/>
                  <a:t>Frequency tuning: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𝜈</m:t>
                        </m:r>
                      </m:e>
                      <m:sub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𝑜𝑝𝑡</m:t>
                        </m:r>
                      </m:sub>
                    </m:sSub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=</m:t>
                    </m:r>
                    <m:f>
                      <m:fPr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fPr>
                      <m:num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1</m:t>
                        </m:r>
                      </m:num>
                      <m:den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1+</m:t>
                        </m:r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𝜇</m:t>
                        </m:r>
                      </m:den>
                    </m:f>
                  </m:oMath>
                </a14:m>
                <a:endParaRPr lang="en-US" sz="2000" i="1" noProof="0" dirty="0">
                  <a:latin typeface="Cambria Math" panose="02040503050406030204" pitchFamily="18" charset="0"/>
                </a:endParaRPr>
              </a:p>
              <a:p>
                <a:pPr marL="457200" lvl="1" indent="0">
                  <a:buNone/>
                </a:pPr>
                <a:endParaRPr lang="en-US" sz="200" b="0" i="1" noProof="0" dirty="0">
                  <a:latin typeface="Cambria Math" panose="02040503050406030204" pitchFamily="18" charset="0"/>
                </a:endParaRPr>
              </a:p>
              <a:p>
                <a:pPr lvl="1"/>
                <a:r>
                  <a:rPr lang="en-US" sz="2000" noProof="0" dirty="0"/>
                  <a:t>Damping tuning: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𝑜𝑝𝑡</m:t>
                        </m:r>
                      </m:sub>
                    </m:sSub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=</m:t>
                    </m:r>
                    <m:rad>
                      <m:radPr>
                        <m:degHide m:val="on"/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radPr>
                      <m:deg/>
                      <m:e>
                        <m:f>
                          <m:fPr>
                            <m:ctrlP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</m:ctrlPr>
                          </m:fPr>
                          <m:num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num>
                          <m:den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8(1+</m:t>
                            </m:r>
                            <m:r>
                              <a:rPr lang="en-US" sz="2000" b="0" i="1" noProof="0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den>
                        </m:f>
                      </m:e>
                    </m:rad>
                  </m:oMath>
                </a14:m>
                <a:endParaRPr lang="en-US" sz="2000" b="0" noProof="0" dirty="0"/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F560D66C-768A-30F1-3A08-9229CFB8DEDF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222872"/>
                <a:ext cx="6320247" cy="5270002"/>
              </a:xfrm>
              <a:blipFill>
                <a:blip r:embed="rId2"/>
                <a:stretch>
                  <a:fillRect l="-1446" t="-150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1D941FCD-FBA4-8425-BCCB-3C080F835C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noProof="0" smtClean="0"/>
              <a:t>6</a:t>
            </a:fld>
            <a:endParaRPr lang="en-US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7" name="Espace réservé du contenu 6">
                <a:extLst>
                  <a:ext uri="{FF2B5EF4-FFF2-40B4-BE49-F238E27FC236}">
                    <a16:creationId xmlns:a16="http://schemas.microsoft.com/office/drawing/2014/main" id="{D854399C-74C2-822E-B2A6-9532ABEC7DA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062788227"/>
                  </p:ext>
                </p:extLst>
              </p:nvPr>
            </p:nvGraphicFramePr>
            <p:xfrm>
              <a:off x="7323910" y="1919761"/>
              <a:ext cx="4029890" cy="2438400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014945">
                      <a:extLst>
                        <a:ext uri="{9D8B030D-6E8A-4147-A177-3AD203B41FA5}">
                          <a16:colId xmlns:a16="http://schemas.microsoft.com/office/drawing/2014/main" val="3199159153"/>
                        </a:ext>
                      </a:extLst>
                    </a:gridCol>
                    <a:gridCol w="2014945">
                      <a:extLst>
                        <a:ext uri="{9D8B030D-6E8A-4147-A177-3AD203B41FA5}">
                          <a16:colId xmlns:a16="http://schemas.microsoft.com/office/drawing/2014/main" val="1759187735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sz="2400" noProof="0" dirty="0"/>
                            <a:t>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noProof="0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9451637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000" noProof="0" dirty="0"/>
                            <a:t>Target mode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000" noProof="0" dirty="0"/>
                            <a:t>Mode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5329856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000" noProof="0" dirty="0"/>
                            <a:t>Target frequency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sz="2000" b="0" noProof="0" smtClean="0"/>
                                <m:t>0,33</m:t>
                              </m:r>
                              <m:r>
                                <m:rPr>
                                  <m:nor/>
                                </m:rPr>
                                <a:rPr lang="en-US" sz="2000" b="0" noProof="0" smtClean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2000" b="0" noProof="0" smtClean="0"/>
                                <m:t>Hz</m:t>
                              </m:r>
                            </m:oMath>
                          </a14:m>
                          <a:r>
                            <a:rPr lang="en-US" sz="2000" noProof="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176990888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000" b="0" noProof="0" smtClean="0"/>
                                  </m:ctrlPr>
                                </m:sSubPr>
                                <m:e>
                                  <m:r>
                                    <a:rPr lang="en-US" sz="2000" b="0" noProof="0" smtClean="0"/>
                                    <m:t>𝑚</m:t>
                                  </m:r>
                                </m:e>
                                <m:sub>
                                  <m:r>
                                    <a:rPr lang="en-US" sz="2000" b="0" noProof="0" smtClean="0"/>
                                    <m:t>𝑇𝑀𝐷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000" noProof="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sz="2000" b="0" noProof="0" smtClean="0"/>
                                <m:t>0,686</m:t>
                              </m:r>
                              <m:r>
                                <m:rPr>
                                  <m:nor/>
                                </m:rPr>
                                <a:rPr lang="en-US" sz="2000" b="0" noProof="0" smtClean="0"/>
                                <m:t> </m:t>
                              </m:r>
                              <m:r>
                                <m:rPr>
                                  <m:nor/>
                                </m:rPr>
                                <a:rPr lang="en-US" sz="2000" b="0" noProof="0" smtClean="0"/>
                                <m:t>kg</m:t>
                              </m:r>
                            </m:oMath>
                          </a14:m>
                          <a:r>
                            <a:rPr lang="en-US" sz="2000" noProof="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434897433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000" b="0" noProof="0" smtClean="0"/>
                                  </m:ctrlPr>
                                </m:sSubPr>
                                <m:e>
                                  <m:r>
                                    <a:rPr lang="en-US" sz="2000" b="0" noProof="0" smtClean="0"/>
                                    <m:t>𝑘</m:t>
                                  </m:r>
                                </m:e>
                                <m:sub>
                                  <m:r>
                                    <a:rPr lang="en-US" sz="2000" b="0" noProof="0" smtClean="0"/>
                                    <m:t>𝑇𝑀𝐷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000" noProof="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sz="2000" b="0" noProof="0" smtClean="0"/>
                                <m:t>2,91 </m:t>
                              </m:r>
                              <m:r>
                                <m:rPr>
                                  <m:nor/>
                                </m:rPr>
                                <a:rPr lang="en-US" sz="2000" b="0" noProof="0" smtClean="0"/>
                                <m:t>N</m:t>
                              </m:r>
                              <m:r>
                                <m:rPr>
                                  <m:nor/>
                                </m:rPr>
                                <a:rPr lang="en-US" sz="2000" b="0" noProof="0" smtClean="0"/>
                                <m:t>/</m:t>
                              </m:r>
                              <m:r>
                                <m:rPr>
                                  <m:nor/>
                                </m:rPr>
                                <a:rPr lang="en-US" sz="2000" b="0" noProof="0" smtClean="0"/>
                                <m:t>m</m:t>
                              </m:r>
                            </m:oMath>
                          </a14:m>
                          <a:r>
                            <a:rPr lang="en-US" sz="2000" noProof="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822385734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sSub>
                                <m:sSubPr>
                                  <m:ctrlPr>
                                    <a:rPr lang="en-US" sz="2000" b="0" noProof="0" smtClean="0"/>
                                  </m:ctrlPr>
                                </m:sSubPr>
                                <m:e>
                                  <m:r>
                                    <a:rPr lang="en-US" sz="2000" b="0" noProof="0" smtClean="0"/>
                                    <m:t>𝑐</m:t>
                                  </m:r>
                                </m:e>
                                <m:sub>
                                  <m:r>
                                    <a:rPr lang="en-US" sz="2000" b="0" noProof="0" smtClean="0"/>
                                    <m:t>𝑇𝑀𝐷</m:t>
                                  </m:r>
                                </m:sub>
                              </m:sSub>
                            </m:oMath>
                          </a14:m>
                          <a:r>
                            <a:rPr lang="en-US" sz="2000" noProof="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14:m>
                            <m:oMath xmlns:m="http://schemas.openxmlformats.org/officeDocument/2006/math">
                              <m:r>
                                <a:rPr lang="en-US" sz="2000" b="0" noProof="0" smtClean="0"/>
                                <m:t>0,22 </m:t>
                              </m:r>
                              <m:r>
                                <m:rPr>
                                  <m:nor/>
                                </m:rPr>
                                <a:rPr lang="en-US" sz="2000" b="0" noProof="0" smtClean="0"/>
                                <m:t>Ns</m:t>
                              </m:r>
                              <m:r>
                                <m:rPr>
                                  <m:nor/>
                                </m:rPr>
                                <a:rPr lang="en-US" sz="2000" b="0" noProof="0" smtClean="0"/>
                                <m:t>/</m:t>
                              </m:r>
                              <m:r>
                                <m:rPr>
                                  <m:nor/>
                                </m:rPr>
                                <a:rPr lang="en-US" sz="2000" b="0" noProof="0" smtClean="0"/>
                                <m:t>m</m:t>
                              </m:r>
                            </m:oMath>
                          </a14:m>
                          <a:r>
                            <a:rPr lang="en-US" sz="2000" noProof="0" dirty="0"/>
                            <a:t> 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12727011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7" name="Espace réservé du contenu 6">
                <a:extLst>
                  <a:ext uri="{FF2B5EF4-FFF2-40B4-BE49-F238E27FC236}">
                    <a16:creationId xmlns:a16="http://schemas.microsoft.com/office/drawing/2014/main" id="{D854399C-74C2-822E-B2A6-9532ABEC7DAD}"/>
                  </a:ext>
                </a:extLst>
              </p:cNvPr>
              <p:cNvGraphicFramePr>
                <a:graphicFrameLocks noGrp="1"/>
              </p:cNvGraphicFramePr>
              <p:nvPr>
                <p:ph sz="half" idx="2"/>
                <p:extLst>
                  <p:ext uri="{D42A27DB-BD31-4B8C-83A1-F6EECF244321}">
                    <p14:modId xmlns:p14="http://schemas.microsoft.com/office/powerpoint/2010/main" val="1062788227"/>
                  </p:ext>
                </p:extLst>
              </p:nvPr>
            </p:nvGraphicFramePr>
            <p:xfrm>
              <a:off x="7323910" y="1919761"/>
              <a:ext cx="4029890" cy="2438400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014945">
                      <a:extLst>
                        <a:ext uri="{9D8B030D-6E8A-4147-A177-3AD203B41FA5}">
                          <a16:colId xmlns:a16="http://schemas.microsoft.com/office/drawing/2014/main" val="3199159153"/>
                        </a:ext>
                      </a:extLst>
                    </a:gridCol>
                    <a:gridCol w="2014945">
                      <a:extLst>
                        <a:ext uri="{9D8B030D-6E8A-4147-A177-3AD203B41FA5}">
                          <a16:colId xmlns:a16="http://schemas.microsoft.com/office/drawing/2014/main" val="1759187735"/>
                        </a:ext>
                      </a:extLst>
                    </a:gridCol>
                  </a:tblGrid>
                  <a:tr h="457200">
                    <a:tc>
                      <a:txBody>
                        <a:bodyPr/>
                        <a:lstStyle/>
                        <a:p>
                          <a:r>
                            <a:rPr lang="en-US" sz="2400" noProof="0" dirty="0"/>
                            <a:t>Parameter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r>
                            <a:rPr lang="en-US" sz="2400" noProof="0" dirty="0"/>
                            <a:t>Value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239451637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000" noProof="0" dirty="0"/>
                            <a:t>Target mode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000" noProof="0" dirty="0"/>
                            <a:t>Mode 4</a:t>
                          </a:r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75329856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pPr algn="l"/>
                          <a:r>
                            <a:rPr lang="en-US" sz="2000" noProof="0" dirty="0"/>
                            <a:t>Target frequency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302" t="-222727" r="-1208" b="-300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176990888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2" t="-327692" r="-101208" b="-204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302" t="-327692" r="-1208" b="-20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434897433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2" t="-427692" r="-101208" b="-104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302" t="-427692" r="-1208" b="-10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822385734"/>
                      </a:ext>
                    </a:extLst>
                  </a:tr>
                  <a:tr h="3962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302" t="-527692" r="-101208" b="-4615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3"/>
                          <a:stretch>
                            <a:fillRect l="-100302" t="-527692" r="-1208" b="-4615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127270116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10DC172-2CBF-B9D8-2241-0E7F5D1DA897}"/>
              </a:ext>
            </a:extLst>
          </p:cNvPr>
          <p:cNvSpPr/>
          <p:nvPr/>
        </p:nvSpPr>
        <p:spPr>
          <a:xfrm>
            <a:off x="7323910" y="4358161"/>
            <a:ext cx="4029890" cy="1102998"/>
          </a:xfrm>
          <a:prstGeom prst="roundRect">
            <a:avLst/>
          </a:prstGeom>
          <a:ln>
            <a:noFill/>
          </a:ln>
        </p:spPr>
        <p:style>
          <a:lnRef idx="2">
            <a:schemeClr val="accent6"/>
          </a:lnRef>
          <a:fillRef idx="1">
            <a:schemeClr val="lt1"/>
          </a:fillRef>
          <a:effectRef idx="0">
            <a:schemeClr val="accent6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i="1" noProof="0" dirty="0"/>
              <a:t>TMD frequency tuned slightly below target to account for mass loading effect</a:t>
            </a:r>
          </a:p>
        </p:txBody>
      </p:sp>
    </p:spTree>
    <p:extLst>
      <p:ext uri="{BB962C8B-B14F-4D97-AF65-F5344CB8AC3E}">
        <p14:creationId xmlns:p14="http://schemas.microsoft.com/office/powerpoint/2010/main" val="34080428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1"/>
    </mc:Choice>
    <mc:Fallback>
      <p:transition spd="slow" advTm="32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B92330-CCC5-E16B-F61E-507A3F26BC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6C13F5-1061-E11C-EFAD-3FB29D0160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9444"/>
          </a:xfrm>
        </p:spPr>
        <p:txBody>
          <a:bodyPr>
            <a:normAutofit fontScale="90000"/>
          </a:bodyPr>
          <a:lstStyle/>
          <a:p>
            <a:r>
              <a:rPr lang="en-US" b="1" noProof="0" dirty="0"/>
              <a:t>Q2.3: TMD efficiency, frequency domain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70651D-CC45-0AC1-CFED-57035F51450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222872"/>
                <a:ext cx="5458098" cy="52700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noProof="0" dirty="0"/>
                  <a:t>Key observations</a:t>
                </a:r>
              </a:p>
              <a:p>
                <a:r>
                  <a:rPr lang="en-US" sz="2000" noProof="0" dirty="0"/>
                  <a:t>Peak splitting</a:t>
                </a:r>
              </a:p>
              <a:p>
                <a:pPr lvl="1"/>
                <a:r>
                  <a:rPr lang="en-US" sz="2000" noProof="0" dirty="0"/>
                  <a:t>original resonance peak splits into 2 equal smaller peaks</a:t>
                </a:r>
              </a:p>
              <a:p>
                <a:pPr lvl="2">
                  <a:buFont typeface="Wingdings 3" panose="05040102010807070707" pitchFamily="18" charset="2"/>
                  <a:buChar char="9"/>
                </a:pPr>
                <a:r>
                  <a:rPr lang="en-US" noProof="0" dirty="0"/>
                  <a:t> confirms correct Den Hartog tuning</a:t>
                </a:r>
                <a:endParaRPr lang="en-US" sz="400" noProof="0" dirty="0"/>
              </a:p>
              <a:p>
                <a:pPr marL="0" indent="0">
                  <a:buNone/>
                </a:pPr>
                <a:r>
                  <a:rPr lang="en-US" sz="2400" b="1" noProof="0" dirty="0"/>
                  <a:t>Effectiveness</a:t>
                </a:r>
              </a:p>
              <a:p>
                <a:r>
                  <a:rPr lang="en-US" sz="2000" noProof="0" dirty="0"/>
                  <a:t>Force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000" noProof="0" dirty="0"/>
                  <a:t>: target mode 4 (</a:t>
                </a:r>
                <a14:m>
                  <m:oMath xmlns:m="http://schemas.openxmlformats.org/officeDocument/2006/math"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0,33 </m:t>
                    </m:r>
                    <m:r>
                      <m:rPr>
                        <m:nor/>
                      </m:rPr>
                      <a:rPr lang="en-US" sz="2000" b="0" i="0" noProof="0" smtClean="0">
                        <a:latin typeface="Cambria Math" panose="02040503050406030204" pitchFamily="18" charset="0"/>
                      </a:rPr>
                      <m:t>Hz</m:t>
                    </m:r>
                    <m:r>
                      <m:rPr>
                        <m:nor/>
                      </m:rPr>
                      <a:rPr lang="en-US" sz="2000" b="0" i="0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000" noProof="0" dirty="0"/>
              </a:p>
              <a:p>
                <a:pPr lvl="1">
                  <a:buFont typeface="Wingdings 3" panose="05040102010807070707" pitchFamily="18" charset="2"/>
                  <a:buChar char="9"/>
                </a:pPr>
                <a:r>
                  <a:rPr lang="en-US" sz="2000" noProof="0" dirty="0"/>
                  <a:t> Massive amplitude reduction</a:t>
                </a:r>
                <a:endParaRPr lang="en-US" sz="2400" b="1" noProof="0" dirty="0"/>
              </a:p>
              <a:p>
                <a:r>
                  <a:rPr lang="en-US" sz="2000" noProof="0" dirty="0"/>
                  <a:t>Torque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𝑀</m:t>
                        </m:r>
                      </m:e>
                      <m:sub>
                        <m:r>
                          <a:rPr lang="en-US" sz="2000" i="1" noProof="0" smtClean="0">
                            <a:latin typeface="Cambria Math" panose="02040503050406030204" pitchFamily="18" charset="0"/>
                          </a:rPr>
                          <m:t>𝑐</m:t>
                        </m:r>
                      </m:sub>
                    </m:sSub>
                  </m:oMath>
                </a14:m>
                <a:r>
                  <a:rPr lang="en-US" sz="2000" noProof="0" dirty="0"/>
                  <a:t>: also effective</a:t>
                </a:r>
              </a:p>
              <a:p>
                <a:pPr lvl="1">
                  <a:buFont typeface="Wingdings 3" panose="05040102010807070707" pitchFamily="18" charset="2"/>
                  <a:buChar char="9"/>
                </a:pPr>
                <a:r>
                  <a:rPr lang="en-US" sz="2000" noProof="0" dirty="0"/>
                  <a:t> TMD covers both modes</a:t>
                </a:r>
              </a:p>
              <a:p>
                <a:pPr marL="0" indent="0">
                  <a:buNone/>
                </a:pPr>
                <a:endParaRPr lang="en-US" sz="2400" noProof="0" dirty="0"/>
              </a:p>
              <a:p>
                <a:pPr marL="0" indent="0">
                  <a:buNone/>
                </a:pPr>
                <a:r>
                  <a:rPr lang="en-US" sz="2000" i="1" noProof="0" dirty="0"/>
                  <a:t>The narrow frequency separation (</a:t>
                </a: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2000" b="0" i="0" noProof="0" smtClean="0">
                        <a:latin typeface="Cambria Math" panose="02040503050406030204" pitchFamily="18" charset="0"/>
                      </a:rPr>
                      <m:t>Δ</m:t>
                    </m:r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=0,01 </m:t>
                    </m:r>
                    <m:r>
                      <m:rPr>
                        <m:nor/>
                      </m:rPr>
                      <a:rPr lang="en-US" sz="2000" b="0" i="0" noProof="0" smtClean="0">
                        <a:latin typeface="Cambria Math" panose="02040503050406030204" pitchFamily="18" charset="0"/>
                      </a:rPr>
                      <m:t>Hz</m:t>
                    </m:r>
                    <m:r>
                      <m:rPr>
                        <m:nor/>
                      </m:rPr>
                      <a:rPr lang="en-US" sz="2000" b="0" i="0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2000" i="1" noProof="0" dirty="0"/>
                  <a:t> allows one TMD design to damp both loading cases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6770651D-CC45-0AC1-CFED-57035F51450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222872"/>
                <a:ext cx="5458098" cy="5270002"/>
              </a:xfrm>
              <a:blipFill>
                <a:blip r:embed="rId2"/>
                <a:stretch>
                  <a:fillRect l="-1674" t="-1505" r="-112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A8E2CFA6-438B-D0B8-CCBE-48E118A00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noProof="0" smtClean="0"/>
              <a:t>7</a:t>
            </a:fld>
            <a:endParaRPr lang="en-US" noProof="0" dirty="0"/>
          </a:p>
        </p:txBody>
      </p:sp>
      <p:pic>
        <p:nvPicPr>
          <p:cNvPr id="10" name="Espace réservé du contenu 9" descr="Une image contenant texte, Tracé, diagramme, ligne&#10;&#10;Le contenu généré par l’IA peut être incorrect.">
            <a:extLst>
              <a:ext uri="{FF2B5EF4-FFF2-40B4-BE49-F238E27FC236}">
                <a16:creationId xmlns:a16="http://schemas.microsoft.com/office/drawing/2014/main" id="{65CF1AAD-36B6-73C0-4B19-B8C1354A5AA4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296297" y="1277551"/>
            <a:ext cx="5181600" cy="5160643"/>
          </a:xfrm>
        </p:spPr>
      </p:pic>
    </p:spTree>
    <p:extLst>
      <p:ext uri="{BB962C8B-B14F-4D97-AF65-F5344CB8AC3E}">
        <p14:creationId xmlns:p14="http://schemas.microsoft.com/office/powerpoint/2010/main" val="86959205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1"/>
    </mc:Choice>
    <mc:Fallback>
      <p:transition spd="slow" advTm="32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6C3F581-DF9B-AD43-6819-7B37464F8D9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37D64F74-046A-C2D8-31EE-784FE38FC6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9444"/>
          </a:xfrm>
        </p:spPr>
        <p:txBody>
          <a:bodyPr>
            <a:normAutofit fontScale="90000"/>
          </a:bodyPr>
          <a:lstStyle/>
          <a:p>
            <a:r>
              <a:rPr lang="en-US" b="1" noProof="0" dirty="0"/>
              <a:t>Q2.4: Equivalent damping estimation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94D87DE-C20D-AB59-08F5-DF3F06DA28D8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200" y="1222872"/>
                <a:ext cx="5181600" cy="52700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noProof="0" dirty="0"/>
                  <a:t>Concept</a:t>
                </a:r>
              </a:p>
              <a:p>
                <a:pPr marL="0" indent="0">
                  <a:buNone/>
                </a:pPr>
                <a:r>
                  <a:rPr lang="en-US" sz="2000" noProof="0" dirty="0"/>
                  <a:t>What damping ratio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𝑒𝑞𝑢𝑖𝑣</m:t>
                        </m:r>
                      </m:sub>
                    </m:sSub>
                  </m:oMath>
                </a14:m>
                <a:r>
                  <a:rPr lang="en-US" sz="2000" noProof="0" dirty="0"/>
                  <a:t>would produce the same peak reduction as TMD?</a:t>
                </a:r>
              </a:p>
              <a:p>
                <a:pPr marL="0" indent="0">
                  <a:buNone/>
                </a:pPr>
                <a:endParaRPr lang="en-US" sz="2000" noProof="0" dirty="0"/>
              </a:p>
              <a:p>
                <a:pPr marL="0" indent="0">
                  <a:buNone/>
                </a:pPr>
                <a:r>
                  <a:rPr lang="en-US" sz="2400" b="1" noProof="0" dirty="0"/>
                  <a:t>Method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sz="2000" b="0" i="1" noProof="0" smtClean="0">
                              <a:latin typeface="Cambria Math" panose="02040503050406030204" pitchFamily="18" charset="0"/>
                            </a:rPr>
                            <m:t>𝑒𝑞𝑢𝑖𝑣</m:t>
                          </m:r>
                        </m:sub>
                      </m:sSub>
                      <m:r>
                        <a:rPr lang="en-US" sz="200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≈</m:t>
                      </m:r>
                      <m:f>
                        <m:fPr>
                          <m:ctrlPr>
                            <a:rPr lang="en-US" sz="200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𝑝𝑒𝑎𝑘</m:t>
                              </m:r>
                              <m:r>
                                <a:rPr lang="en-US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𝑜𝑟𝑖𝑔𝑖𝑛𝑎𝑙</m:t>
                              </m:r>
                            </m:sub>
                          </m:sSub>
                        </m:num>
                        <m:den>
                          <m:sSub>
                            <m:sSubPr>
                              <m:ctrlPr>
                                <a:rPr lang="en-US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𝐻</m:t>
                              </m:r>
                            </m:e>
                            <m:sub>
                              <m:r>
                                <a:rPr lang="en-US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𝑝𝑒𝑎𝑘</m:t>
                              </m:r>
                              <m:r>
                                <a:rPr lang="en-US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sz="2000" b="0" i="1" noProof="0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𝑇𝑀𝐷</m:t>
                              </m:r>
                            </m:sub>
                          </m:sSub>
                        </m:den>
                      </m:f>
                      <m:r>
                        <a:rPr lang="en-US" sz="2000" b="0" i="1" noProof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×</m:t>
                      </m:r>
                      <m:sSub>
                        <m:sSubPr>
                          <m:ctrlPr>
                            <a:rPr lang="en-US" sz="20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sz="20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𝜉</m:t>
                          </m:r>
                        </m:e>
                        <m:sub>
                          <m:r>
                            <a:rPr lang="en-US" sz="2000" b="0" i="1" noProof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𝑜𝑟𝑖𝑔𝑖𝑛𝑎𝑙</m:t>
                          </m:r>
                        </m:sub>
                      </m:sSub>
                    </m:oMath>
                  </m:oMathPara>
                </a14:m>
                <a:endParaRPr lang="en-US" sz="2000" noProof="0" dirty="0"/>
              </a:p>
              <a:p>
                <a:pPr marL="0" indent="0">
                  <a:buNone/>
                </a:pPr>
                <a:endParaRPr lang="en-US" sz="2000" noProof="0" dirty="0"/>
              </a:p>
              <a:p>
                <a:pPr marL="0" indent="0">
                  <a:buNone/>
                </a:pPr>
                <a:r>
                  <a:rPr lang="en-US" sz="2400" b="1" noProof="0" dirty="0"/>
                  <a:t>Results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594D87DE-C20D-AB59-08F5-DF3F06DA28D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200" y="1222872"/>
                <a:ext cx="5181600" cy="5270002"/>
              </a:xfrm>
              <a:blipFill>
                <a:blip r:embed="rId2"/>
                <a:stretch>
                  <a:fillRect l="-1882" t="-150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8CE98210-B845-A786-F1F4-9C68576CF225}"/>
                  </a:ext>
                </a:extLst>
              </p:cNvPr>
              <p:cNvSpPr>
                <a:spLocks noGrp="1"/>
              </p:cNvSpPr>
              <p:nvPr>
                <p:ph sz="half" idx="2"/>
              </p:nvPr>
            </p:nvSpPr>
            <p:spPr>
              <a:xfrm>
                <a:off x="6548846" y="1216800"/>
                <a:ext cx="5070566" cy="4905326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noProof="0" dirty="0"/>
                  <a:t>Physical interpretation</a:t>
                </a:r>
                <a:endParaRPr lang="en-US" sz="2000" b="1" noProof="0" dirty="0"/>
              </a:p>
              <a:p>
                <a:r>
                  <a:rPr lang="en-US" sz="2000" noProof="0" dirty="0"/>
                  <a:t>TMD acts as a massive increase in structural damping</a:t>
                </a:r>
              </a:p>
              <a:p>
                <a:pPr marL="0" indent="0">
                  <a:buNone/>
                </a:pPr>
                <a:endParaRPr lang="en-US" sz="2000" noProof="0" dirty="0"/>
              </a:p>
              <a:p>
                <a:r>
                  <a:rPr lang="en-US" sz="2000" noProof="0" dirty="0"/>
                  <a:t>From </a:t>
                </a:r>
                <a14:m>
                  <m:oMath xmlns:m="http://schemas.openxmlformats.org/officeDocument/2006/math"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1%</m:t>
                    </m:r>
                  </m:oMath>
                </a14:m>
                <a:r>
                  <a:rPr lang="en-US" sz="2000" noProof="0" dirty="0"/>
                  <a:t> to </a:t>
                </a:r>
                <a14:m>
                  <m:oMath xmlns:m="http://schemas.openxmlformats.org/officeDocument/2006/math">
                    <m:r>
                      <a:rPr lang="en-US" sz="200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~</m:t>
                    </m:r>
                    <m:r>
                      <a:rPr lang="en-US" sz="2000" b="0" i="1" noProof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10%</m:t>
                    </m:r>
                  </m:oMath>
                </a14:m>
                <a:endParaRPr lang="en-US" sz="2000" noProof="0" dirty="0"/>
              </a:p>
              <a:p>
                <a:pPr lvl="1"/>
                <a:r>
                  <a:rPr lang="en-US" sz="2000" noProof="0" dirty="0"/>
                  <a:t>10</a:t>
                </a:r>
                <a14:m>
                  <m:oMath xmlns:m="http://schemas.openxmlformats.org/officeDocument/2006/math"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×</m:t>
                    </m:r>
                  </m:oMath>
                </a14:m>
                <a:r>
                  <a:rPr lang="en-US" sz="2000" noProof="0" dirty="0"/>
                  <a:t> improvement in effective damping at tuned frequency</a:t>
                </a:r>
              </a:p>
              <a:p>
                <a:pPr marL="457200" lvl="1" indent="0">
                  <a:buNone/>
                </a:pPr>
                <a:endParaRPr lang="en-US" sz="2000" noProof="0" dirty="0"/>
              </a:p>
              <a:p>
                <a:r>
                  <a:rPr lang="en-US" sz="2000" noProof="0" dirty="0"/>
                  <a:t>The TMD is an efficient energy dissipation device that creates a “notch” in the FRF.</a:t>
                </a:r>
              </a:p>
            </p:txBody>
          </p:sp>
        </mc:Choice>
        <mc:Fallback>
          <p:sp>
            <p:nvSpPr>
              <p:cNvPr id="4" name="Espace réservé du contenu 3">
                <a:extLst>
                  <a:ext uri="{FF2B5EF4-FFF2-40B4-BE49-F238E27FC236}">
                    <a16:creationId xmlns:a16="http://schemas.microsoft.com/office/drawing/2014/main" id="{8CE98210-B845-A786-F1F4-9C68576CF22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2"/>
              </p:nvPr>
            </p:nvSpPr>
            <p:spPr>
              <a:xfrm>
                <a:off x="6548846" y="1216800"/>
                <a:ext cx="5070566" cy="4905326"/>
              </a:xfrm>
              <a:blipFill>
                <a:blip r:embed="rId3"/>
                <a:stretch>
                  <a:fillRect l="-1803" t="-16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DFD7B8A4-F96A-F3A6-1780-ECC35899C7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noProof="0" smtClean="0"/>
              <a:t>8</a:t>
            </a:fld>
            <a:endParaRPr lang="en-US" noProof="0" dirty="0"/>
          </a:p>
        </p:txBody>
      </p:sp>
      <mc:AlternateContent xmlns:mc="http://schemas.openxmlformats.org/markup-compatibility/2006">
        <mc:Choice xmlns:a14="http://schemas.microsoft.com/office/drawing/2010/main" Requires="a14">
          <p:graphicFrame>
            <p:nvGraphicFramePr>
              <p:cNvPr id="5" name="Tableau 4">
                <a:extLst>
                  <a:ext uri="{FF2B5EF4-FFF2-40B4-BE49-F238E27FC236}">
                    <a16:creationId xmlns:a16="http://schemas.microsoft.com/office/drawing/2014/main" id="{1B748A43-B5AD-0BB6-4D1C-37F22361D1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18301183"/>
                  </p:ext>
                </p:extLst>
              </p:nvPr>
            </p:nvGraphicFramePr>
            <p:xfrm>
              <a:off x="949234" y="4781984"/>
              <a:ext cx="5070566" cy="1133475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22100">
                      <a:extLst>
                        <a:ext uri="{9D8B030D-6E8A-4147-A177-3AD203B41FA5}">
                          <a16:colId xmlns:a16="http://schemas.microsoft.com/office/drawing/2014/main" val="2487293003"/>
                        </a:ext>
                      </a:extLst>
                    </a:gridCol>
                    <a:gridCol w="1424233">
                      <a:extLst>
                        <a:ext uri="{9D8B030D-6E8A-4147-A177-3AD203B41FA5}">
                          <a16:colId xmlns:a16="http://schemas.microsoft.com/office/drawing/2014/main" val="2515546679"/>
                        </a:ext>
                      </a:extLst>
                    </a:gridCol>
                    <a:gridCol w="1424233">
                      <a:extLst>
                        <a:ext uri="{9D8B030D-6E8A-4147-A177-3AD203B41FA5}">
                          <a16:colId xmlns:a16="http://schemas.microsoft.com/office/drawing/2014/main" val="4171200229"/>
                        </a:ext>
                      </a:extLst>
                    </a:gridCol>
                  </a:tblGrid>
                  <a:tr h="370840">
                    <a:tc>
                      <a:txBody>
                        <a:bodyPr/>
                        <a:lstStyle/>
                        <a:p>
                          <a:r>
                            <a:rPr lang="en-US" noProof="0" dirty="0"/>
                            <a:t>Transfer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noProof="0" smtClean="0"/>
                                    </m:ctrlPr>
                                  </m:sSubPr>
                                  <m:e>
                                    <m:r>
                                      <a:rPr lang="en-US" b="1" noProof="0" smtClean="0"/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b="1" noProof="0" smtClean="0"/>
                                      <m:t>𝒐𝒓𝒊𝒈𝒊𝒏𝒂𝒍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sSub>
                                  <m:sSubPr>
                                    <m:ctrlPr>
                                      <a:rPr lang="en-US" b="1" noProof="0" smtClean="0"/>
                                    </m:ctrlPr>
                                  </m:sSubPr>
                                  <m:e>
                                    <m:r>
                                      <a:rPr lang="en-US" b="1" noProof="0" smtClean="0"/>
                                      <m:t>𝝃</m:t>
                                    </m:r>
                                  </m:e>
                                  <m:sub>
                                    <m:r>
                                      <a:rPr lang="en-US" b="1" noProof="0" smtClean="0"/>
                                      <m:t>𝒆𝒒𝒖𝒊𝒗</m:t>
                                    </m:r>
                                  </m:sub>
                                </m:sSub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8732793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f>
                                <m:fPr>
                                  <m:type m:val="lin"/>
                                  <m:ctrlPr>
                                    <a:rPr lang="en-US" noProof="0" smtClean="0"/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b="0" noProof="0" smtClean="0"/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noProof="0" smtClean="0"/>
                                          </m:ctrlPr>
                                        </m:sSubPr>
                                        <m:e>
                                          <m:r>
                                            <a:rPr lang="en-US" b="0" noProof="0" smtClean="0"/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b="0" noProof="0" smtClean="0"/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noProof="0" smtClean="0"/>
                                        <m:t>−</m:t>
                                      </m:r>
                                      <m:sSub>
                                        <m:sSubPr>
                                          <m:ctrlPr>
                                            <a:rPr lang="en-US" b="0" noProof="0" smtClean="0"/>
                                          </m:ctrlPr>
                                        </m:sSubPr>
                                        <m:e>
                                          <m:r>
                                            <a:rPr lang="en-US" b="0" noProof="0" smtClean="0"/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b="0" noProof="0" smtClean="0"/>
                                            <m:t>𝑐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noProof="0" smtClean="0"/>
                                      </m:ctrlPr>
                                    </m:sSubPr>
                                    <m:e>
                                      <m:r>
                                        <a:rPr lang="en-US" b="0" noProof="0" smtClean="0"/>
                                        <m:t>𝐹</m:t>
                                      </m:r>
                                    </m:e>
                                    <m:sub>
                                      <m:r>
                                        <a:rPr lang="en-US" b="0" noProof="0" smtClean="0"/>
                                        <m:t>𝑐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en-US" noProof="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noProof="0" smtClean="0"/>
                                  <m:t>1%</m:t>
                                </m:r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~</m:t>
                                </m:r>
                                <m:r>
                                  <a:rPr lang="en-US" b="0" noProof="0" smtClean="0"/>
                                  <m:t>10%</m:t>
                                </m:r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040672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14:m>
                            <m:oMath xmlns:m="http://schemas.openxmlformats.org/officeDocument/2006/math">
                              <m:f>
                                <m:fPr>
                                  <m:type m:val="lin"/>
                                  <m:ctrlPr>
                                    <a:rPr lang="en-US" noProof="0" smtClean="0"/>
                                  </m:ctrlPr>
                                </m:fPr>
                                <m:num>
                                  <m:d>
                                    <m:dPr>
                                      <m:ctrlPr>
                                        <a:rPr lang="en-US" b="0" noProof="0" smtClean="0"/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b="0" noProof="0" smtClean="0"/>
                                          </m:ctrlPr>
                                        </m:sSubPr>
                                        <m:e>
                                          <m:r>
                                            <a:rPr lang="en-US" b="0" noProof="0" smtClean="0"/>
                                            <m:t>𝑦</m:t>
                                          </m:r>
                                        </m:e>
                                        <m:sub>
                                          <m:r>
                                            <a:rPr lang="en-US" b="0" noProof="0" smtClean="0"/>
                                            <m:t>2</m:t>
                                          </m:r>
                                        </m:sub>
                                      </m:sSub>
                                      <m:r>
                                        <a:rPr lang="en-US" b="0" noProof="0" smtClean="0"/>
                                        <m:t>−8</m:t>
                                      </m:r>
                                      <m:sSub>
                                        <m:sSubPr>
                                          <m:ctrlPr>
                                            <a:rPr lang="en-US" b="0" noProof="0" smtClean="0"/>
                                          </m:ctrlPr>
                                        </m:sSubPr>
                                        <m:e>
                                          <m:r>
                                            <a:rPr lang="en-US" b="0" noProof="0" smtClean="0"/>
                                            <m:t>𝜃</m:t>
                                          </m:r>
                                        </m:e>
                                        <m:sub>
                                          <m:r>
                                            <a:rPr lang="en-US" b="0" noProof="0" smtClean="0"/>
                                            <m:t>𝑐</m:t>
                                          </m:r>
                                        </m:sub>
                                      </m:sSub>
                                    </m:e>
                                  </m:d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noProof="0" smtClean="0"/>
                                      </m:ctrlPr>
                                    </m:sSubPr>
                                    <m:e>
                                      <m:r>
                                        <a:rPr lang="en-US" b="0" noProof="0" smtClean="0"/>
                                        <m:t>𝑀</m:t>
                                      </m:r>
                                    </m:e>
                                    <m:sub>
                                      <m:r>
                                        <a:rPr lang="en-US" b="0" noProof="0" smtClean="0"/>
                                        <m:t>𝑐</m:t>
                                      </m:r>
                                    </m:sub>
                                  </m:sSub>
                                </m:den>
                              </m:f>
                            </m:oMath>
                          </a14:m>
                          <a:r>
                            <a:rPr lang="en-US" noProof="0" dirty="0"/>
                            <a:t> 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b="0" noProof="0" smtClean="0"/>
                                  <m:t>1%</m:t>
                                </m:r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i="1" noProof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~</m:t>
                                </m:r>
                                <m:r>
                                  <a:rPr lang="en-US" b="0" noProof="0" smtClean="0"/>
                                  <m:t>9,3%</m:t>
                                </m:r>
                              </m:oMath>
                            </m:oMathPara>
                          </a14:m>
                          <a:endParaRPr lang="en-US" noProof="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3937460046"/>
                      </a:ext>
                    </a:extLst>
                  </a:tr>
                </a:tbl>
              </a:graphicData>
            </a:graphic>
          </p:graphicFrame>
        </mc:Choice>
        <mc:Fallback>
          <p:graphicFrame>
            <p:nvGraphicFramePr>
              <p:cNvPr id="5" name="Tableau 4">
                <a:extLst>
                  <a:ext uri="{FF2B5EF4-FFF2-40B4-BE49-F238E27FC236}">
                    <a16:creationId xmlns:a16="http://schemas.microsoft.com/office/drawing/2014/main" id="{1B748A43-B5AD-0BB6-4D1C-37F22361D12B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518301183"/>
                  </p:ext>
                </p:extLst>
              </p:nvPr>
            </p:nvGraphicFramePr>
            <p:xfrm>
              <a:off x="949234" y="4781984"/>
              <a:ext cx="5070566" cy="1133475"/>
            </p:xfrm>
            <a:graphic>
              <a:graphicData uri="http://schemas.openxmlformats.org/drawingml/2006/table">
                <a:tbl>
                  <a:tblPr firstRow="1" bandRow="1">
                    <a:tableStyleId>{F5AB1C69-6EDB-4FF4-983F-18BD219EF322}</a:tableStyleId>
                  </a:tblPr>
                  <a:tblGrid>
                    <a:gridCol w="2222100">
                      <a:extLst>
                        <a:ext uri="{9D8B030D-6E8A-4147-A177-3AD203B41FA5}">
                          <a16:colId xmlns:a16="http://schemas.microsoft.com/office/drawing/2014/main" val="2487293003"/>
                        </a:ext>
                      </a:extLst>
                    </a:gridCol>
                    <a:gridCol w="1424233">
                      <a:extLst>
                        <a:ext uri="{9D8B030D-6E8A-4147-A177-3AD203B41FA5}">
                          <a16:colId xmlns:a16="http://schemas.microsoft.com/office/drawing/2014/main" val="2515546679"/>
                        </a:ext>
                      </a:extLst>
                    </a:gridCol>
                    <a:gridCol w="1424233">
                      <a:extLst>
                        <a:ext uri="{9D8B030D-6E8A-4147-A177-3AD203B41FA5}">
                          <a16:colId xmlns:a16="http://schemas.microsoft.com/office/drawing/2014/main" val="4171200229"/>
                        </a:ext>
                      </a:extLst>
                    </a:gridCol>
                  </a:tblGrid>
                  <a:tr h="391795">
                    <a:tc>
                      <a:txBody>
                        <a:bodyPr/>
                        <a:lstStyle/>
                        <a:p>
                          <a:r>
                            <a:rPr lang="en-US" noProof="0" dirty="0"/>
                            <a:t>Transfer function</a:t>
                          </a:r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56410" t="-9231" r="-101709" b="-352308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56410" t="-9231" r="-1709" b="-352308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1873279329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4" t="-116393" r="-129315" b="-2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56410" t="-116393" r="-101709" b="-2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56410" t="-116393" r="-1709" b="-2754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040672370"/>
                      </a:ext>
                    </a:extLst>
                  </a:tr>
                  <a:tr h="37084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74" t="-216393" r="-129315" b="-1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156410" t="-216393" r="-101709" b="-17541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4"/>
                          <a:stretch>
                            <a:fillRect l="-256410" t="-216393" r="-1709" b="-17541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3937460046"/>
                      </a:ext>
                    </a:extLst>
                  </a:tr>
                </a:tbl>
              </a:graphicData>
            </a:graphic>
          </p:graphicFrame>
        </mc:Fallback>
      </mc:AlternateContent>
    </p:spTree>
    <p:extLst>
      <p:ext uri="{BB962C8B-B14F-4D97-AF65-F5344CB8AC3E}">
        <p14:creationId xmlns:p14="http://schemas.microsoft.com/office/powerpoint/2010/main" val="1850260506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1"/>
    </mc:Choice>
    <mc:Fallback>
      <p:transition spd="slow" advTm="321"/>
    </mc:Fallback>
  </mc:AlternateContent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9B1B6E-46DB-2A5D-2F10-4149D8820B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FEB39B12-B8D3-A147-7410-3054EF407EA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199" y="365126"/>
            <a:ext cx="10691949" cy="659444"/>
          </a:xfrm>
        </p:spPr>
        <p:txBody>
          <a:bodyPr>
            <a:normAutofit fontScale="90000"/>
          </a:bodyPr>
          <a:lstStyle/>
          <a:p>
            <a:r>
              <a:rPr lang="en-US" b="1" noProof="0" dirty="0"/>
              <a:t>Q3.1 &amp; Q3.2: Time domain analysis, without TMD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CC32C93-9C5D-299B-6D1D-4DCBAA8BB9D0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222872"/>
                <a:ext cx="5458098" cy="5270002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noProof="0" dirty="0"/>
                  <a:t>Main body rotation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noProof="0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400" b="1" i="1" noProof="0" smtClean="0">
                            <a:latin typeface="Cambria Math" panose="02040503050406030204" pitchFamily="18" charset="0"/>
                          </a:rPr>
                          <m:t>𝒄</m:t>
                        </m:r>
                      </m:sub>
                    </m:sSub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𝒕</m:t>
                    </m:r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sz="2400" b="1" noProof="0" dirty="0"/>
              </a:p>
              <a:p>
                <a:r>
                  <a:rPr lang="en-US" sz="2000" noProof="0" dirty="0"/>
                  <a:t>Follows global torque profile (Bang-Bang)</a:t>
                </a:r>
              </a:p>
              <a:p>
                <a:r>
                  <a:rPr lang="en-US" sz="2000" noProof="0" dirty="0"/>
                  <a:t>Smooth trajectory with small high-frequency ripples</a:t>
                </a:r>
              </a:p>
              <a:p>
                <a:r>
                  <a:rPr lang="en-US" sz="2000" noProof="0" dirty="0"/>
                  <a:t>Dominated by rigid body inertia</a:t>
                </a:r>
              </a:p>
              <a:p>
                <a:pPr marL="0" indent="0">
                  <a:buNone/>
                </a:pPr>
                <a:r>
                  <a:rPr lang="en-US" sz="2400" b="1" noProof="0" dirty="0"/>
                  <a:t>Solar panel tip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400" b="1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noProof="0" smtClean="0">
                            <a:latin typeface="Cambria Math" panose="02040503050406030204" pitchFamily="18" charset="0"/>
                          </a:rPr>
                          <m:t>𝒚</m:t>
                        </m:r>
                      </m:e>
                      <m:sub>
                        <m:r>
                          <a:rPr lang="en-US" sz="2400" b="1" i="1" noProof="0" smtClean="0">
                            <a:latin typeface="Cambria Math" panose="02040503050406030204" pitchFamily="18" charset="0"/>
                          </a:rPr>
                          <m:t>𝟐</m:t>
                        </m:r>
                      </m:sub>
                    </m:sSub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sz="2400" b="1" i="1" noProof="0" smtClean="0">
                        <a:latin typeface="Cambria Math" panose="02040503050406030204" pitchFamily="18" charset="0"/>
                      </a:rPr>
                      <m:t>𝟖</m:t>
                    </m:r>
                    <m:sSub>
                      <m:sSubPr>
                        <m:ctrlPr>
                          <a:rPr lang="en-US" sz="2400" b="1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400" b="1" i="1" noProof="0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sz="2400" b="1" i="1" noProof="0" smtClean="0">
                            <a:latin typeface="Cambria Math" panose="02040503050406030204" pitchFamily="18" charset="0"/>
                          </a:rPr>
                          <m:t>𝒄</m:t>
                        </m:r>
                      </m:sub>
                    </m:sSub>
                  </m:oMath>
                </a14:m>
                <a:r>
                  <a:rPr lang="en-US" sz="2400" b="1" noProof="0" dirty="0"/>
                  <a:t>)</a:t>
                </a:r>
              </a:p>
              <a:p>
                <a:r>
                  <a:rPr lang="en-US" sz="2000" noProof="0" dirty="0"/>
                  <a:t>Much more “chaotic” behavior</a:t>
                </a:r>
              </a:p>
              <a:p>
                <a:r>
                  <a:rPr lang="en-US" sz="2000" noProof="0" dirty="0"/>
                  <a:t>Strong high-frequency oscillations</a:t>
                </a:r>
              </a:p>
              <a:p>
                <a:r>
                  <a:rPr lang="en-US" sz="2000" noProof="0" dirty="0"/>
                  <a:t>Cantilever effect: panels lag during rotation</a:t>
                </a:r>
              </a:p>
              <a:p>
                <a:pPr marL="0" indent="0">
                  <a:buNone/>
                </a:pPr>
                <a:r>
                  <a:rPr lang="en-US" sz="2400" b="1" noProof="0" dirty="0"/>
                  <a:t>Physical meaning</a:t>
                </a:r>
              </a:p>
              <a:p>
                <a:r>
                  <a:rPr lang="en-US" sz="2000" noProof="0" dirty="0"/>
                  <a:t>Flexible modes are excited by the maneuver</a:t>
                </a:r>
              </a:p>
              <a:p>
                <a:r>
                  <a:rPr lang="en-US" sz="2000" noProof="0" dirty="0"/>
                  <a:t>Long-lasting oscillations </a:t>
                </a:r>
                <a14:m>
                  <m:oMath xmlns:m="http://schemas.openxmlformats.org/officeDocument/2006/math"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noProof="0" dirty="0"/>
                  <a:t> fatigue risk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3CC32C93-9C5D-299B-6D1D-4DCBAA8BB9D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222872"/>
                <a:ext cx="5458098" cy="5270002"/>
              </a:xfrm>
              <a:blipFill>
                <a:blip r:embed="rId2"/>
                <a:stretch>
                  <a:fillRect l="-1674" t="-1505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9D0971F6-6921-E3E6-0E65-0DD8917898B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noProof="0" smtClean="0"/>
              <a:t>9</a:t>
            </a:fld>
            <a:endParaRPr lang="en-US" noProof="0" dirty="0"/>
          </a:p>
        </p:txBody>
      </p:sp>
      <p:pic>
        <p:nvPicPr>
          <p:cNvPr id="7" name="Espace réservé du contenu 6" descr="Une image contenant texte, diagramme, Tracé, ligne&#10;&#10;Le contenu généré par l’IA peut être incorrect.">
            <a:extLst>
              <a:ext uri="{FF2B5EF4-FFF2-40B4-BE49-F238E27FC236}">
                <a16:creationId xmlns:a16="http://schemas.microsoft.com/office/drawing/2014/main" id="{3BA6F8AC-89AE-B515-5BAC-E50240A18471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277303"/>
            <a:ext cx="5181600" cy="5160643"/>
          </a:xfrm>
        </p:spPr>
      </p:pic>
    </p:spTree>
    <p:extLst>
      <p:ext uri="{BB962C8B-B14F-4D97-AF65-F5344CB8AC3E}">
        <p14:creationId xmlns:p14="http://schemas.microsoft.com/office/powerpoint/2010/main" val="3880254153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1"/>
    </mc:Choice>
    <mc:Fallback>
      <p:transition spd="slow" advTm="321"/>
    </mc:Fallback>
  </mc:AlternateContent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7FB59DB-7FAB-A24B-834F-1C235E0E40B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>
            <a:extLst>
              <a:ext uri="{FF2B5EF4-FFF2-40B4-BE49-F238E27FC236}">
                <a16:creationId xmlns:a16="http://schemas.microsoft.com/office/drawing/2014/main" id="{DD253FAC-D15C-577F-83A6-AA4A30E75FD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659444"/>
          </a:xfrm>
        </p:spPr>
        <p:txBody>
          <a:bodyPr>
            <a:normAutofit fontScale="90000"/>
          </a:bodyPr>
          <a:lstStyle/>
          <a:p>
            <a:r>
              <a:rPr lang="en-US" b="1" noProof="0" dirty="0"/>
              <a:t>Q3.3: TMD effect in time domain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3519E8-808C-5DEB-C669-77B86B75B4D9}"/>
                  </a:ext>
                </a:extLst>
              </p:cNvPr>
              <p:cNvSpPr>
                <a:spLocks noGrp="1"/>
              </p:cNvSpPr>
              <p:nvPr>
                <p:ph sz="half" idx="1"/>
              </p:nvPr>
            </p:nvSpPr>
            <p:spPr>
              <a:xfrm>
                <a:off x="838199" y="1222871"/>
                <a:ext cx="5458098" cy="5215075"/>
              </a:xfrm>
            </p:spPr>
            <p:txBody>
              <a:bodyPr>
                <a:normAutofit/>
              </a:bodyPr>
              <a:lstStyle/>
              <a:p>
                <a:pPr marL="0" indent="0">
                  <a:buNone/>
                </a:pPr>
                <a:r>
                  <a:rPr lang="en-US" sz="2400" b="1" noProof="0" dirty="0"/>
                  <a:t>Method</a:t>
                </a:r>
              </a:p>
              <a:p>
                <a:r>
                  <a:rPr lang="en-US" sz="2000" noProof="0" dirty="0"/>
                  <a:t>Use equivalent damping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2000" b="0" i="1" noProof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𝜉</m:t>
                        </m:r>
                      </m:e>
                      <m:sub>
                        <m:r>
                          <a:rPr lang="en-US" sz="2000" b="0" i="1" noProof="0" smtClean="0">
                            <a:latin typeface="Cambria Math" panose="02040503050406030204" pitchFamily="18" charset="0"/>
                          </a:rPr>
                          <m:t>𝑒𝑞𝑢𝑖𝑣</m:t>
                        </m:r>
                      </m:sub>
                    </m:sSub>
                  </m:oMath>
                </a14:m>
                <a:r>
                  <a:rPr lang="en-US" sz="2000" noProof="0" dirty="0"/>
                  <a:t> </a:t>
                </a:r>
                <a:r>
                  <a:rPr lang="en-US" sz="2000" i="1" noProof="0" dirty="0"/>
                  <a:t>(from Q2.4)</a:t>
                </a:r>
              </a:p>
              <a:p>
                <a:r>
                  <a:rPr lang="en-US" sz="2000" noProof="0" dirty="0"/>
                  <a:t>Apply to targeted flexible modes</a:t>
                </a:r>
              </a:p>
              <a:p>
                <a:pPr marL="0" indent="0">
                  <a:buNone/>
                </a:pPr>
                <a:r>
                  <a:rPr lang="en-US" sz="2400" b="1" noProof="0" dirty="0"/>
                  <a:t>Results</a:t>
                </a:r>
              </a:p>
              <a:p>
                <a:r>
                  <a:rPr lang="en-US" sz="2000" noProof="0" dirty="0"/>
                  <a:t>Faster decay of oscillations</a:t>
                </a:r>
              </a:p>
              <a:p>
                <a:r>
                  <a:rPr lang="en-US" sz="2000" noProof="0" dirty="0"/>
                  <a:t>Slight peak reduction, strong cycle reduction</a:t>
                </a:r>
              </a:p>
              <a:p>
                <a:pPr marL="0" indent="0">
                  <a:buNone/>
                </a:pPr>
                <a:r>
                  <a:rPr lang="en-US" sz="2400" b="1" noProof="0" dirty="0"/>
                  <a:t>Main observation</a:t>
                </a:r>
              </a:p>
              <a:p>
                <a:r>
                  <a:rPr lang="en-US" sz="2000" noProof="0" dirty="0"/>
                  <a:t>TMD engages after several cycles</a:t>
                </a:r>
              </a:p>
              <a:p>
                <a:pPr lvl="1">
                  <a:buFont typeface="Wingdings 3" panose="05040102010807070707" pitchFamily="18" charset="2"/>
                  <a:buChar char="9"/>
                </a:pPr>
                <a:r>
                  <a:rPr lang="en-US" sz="2000" noProof="0" dirty="0"/>
                  <a:t> less dramatic than frequency domain, 	but faster energy dissipation</a:t>
                </a:r>
              </a:p>
              <a:p>
                <a:pPr marL="0" indent="0">
                  <a:buNone/>
                </a:pPr>
                <a:r>
                  <a:rPr lang="en-US" sz="2400" b="1" noProof="0" dirty="0"/>
                  <a:t>Impact</a:t>
                </a:r>
              </a:p>
              <a:p>
                <a:r>
                  <a:rPr lang="en-US" sz="2000" noProof="0" dirty="0"/>
                  <a:t>Reduced fatigue cycles </a:t>
                </a:r>
                <a14:m>
                  <m:oMath xmlns:m="http://schemas.openxmlformats.org/officeDocument/2006/math">
                    <m:r>
                      <a:rPr lang="en-US" sz="2000" b="0" i="1" noProof="0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sz="2000" noProof="0" dirty="0"/>
                  <a:t> extended solar array lifetime.</a:t>
                </a:r>
              </a:p>
            </p:txBody>
          </p:sp>
        </mc:Choice>
        <mc:Fallback>
          <p:sp>
            <p:nvSpPr>
              <p:cNvPr id="3" name="Espace réservé du contenu 2">
                <a:extLst>
                  <a:ext uri="{FF2B5EF4-FFF2-40B4-BE49-F238E27FC236}">
                    <a16:creationId xmlns:a16="http://schemas.microsoft.com/office/drawing/2014/main" id="{403519E8-808C-5DEB-C669-77B86B75B4D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sz="half" idx="1"/>
              </p:nvPr>
            </p:nvSpPr>
            <p:spPr>
              <a:xfrm>
                <a:off x="838199" y="1222871"/>
                <a:ext cx="5458098" cy="5215075"/>
              </a:xfrm>
              <a:blipFill>
                <a:blip r:embed="rId2"/>
                <a:stretch>
                  <a:fillRect l="-1674" t="-1520" b="-117"/>
                </a:stretch>
              </a:blipFill>
            </p:spPr>
            <p:txBody>
              <a:bodyPr/>
              <a:lstStyle/>
              <a:p>
                <a:r>
                  <a:rPr lang="fr-FR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Espace réservé du numéro de diapositive 10">
            <a:extLst>
              <a:ext uri="{FF2B5EF4-FFF2-40B4-BE49-F238E27FC236}">
                <a16:creationId xmlns:a16="http://schemas.microsoft.com/office/drawing/2014/main" id="{6E0DD5D3-372B-11BA-860B-44E11D63C4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16B96A9-9D0B-42B4-A500-01C2FE6BA2E1}" type="slidenum">
              <a:rPr lang="en-US" noProof="0" smtClean="0"/>
              <a:t>10</a:t>
            </a:fld>
            <a:endParaRPr lang="en-US" noProof="0" dirty="0"/>
          </a:p>
        </p:txBody>
      </p:sp>
      <p:pic>
        <p:nvPicPr>
          <p:cNvPr id="7" name="Espace réservé du contenu 6" descr="Une image contenant texte, Tracé, diagramme, ligne&#10;&#10;Le contenu généré par l’IA peut être incorrect.">
            <a:extLst>
              <a:ext uri="{FF2B5EF4-FFF2-40B4-BE49-F238E27FC236}">
                <a16:creationId xmlns:a16="http://schemas.microsoft.com/office/drawing/2014/main" id="{0848B565-1157-5751-E31C-71CA2234F19E}"/>
              </a:ext>
            </a:extLst>
          </p:cNvPr>
          <p:cNvPicPr>
            <a:picLocks noGrp="1" noChangeAspect="1"/>
          </p:cNvPicPr>
          <p:nvPr>
            <p:ph sz="half" idx="2"/>
          </p:nvPr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172200" y="1277303"/>
            <a:ext cx="5181600" cy="5160643"/>
          </a:xfrm>
        </p:spPr>
      </p:pic>
    </p:spTree>
    <p:extLst>
      <p:ext uri="{BB962C8B-B14F-4D97-AF65-F5344CB8AC3E}">
        <p14:creationId xmlns:p14="http://schemas.microsoft.com/office/powerpoint/2010/main" val="499721619"/>
      </p:ext>
    </p:extLst>
  </p:cSld>
  <p:clrMapOvr>
    <a:masterClrMapping/>
  </p:clrMapOvr>
  <mc:AlternateContent xmlns:mc="http://schemas.openxmlformats.org/markup-compatibility/2006">
    <mc:Choice xmlns:p14="http://schemas.microsoft.com/office/powerpoint/2010/main" Requires="p14">
      <p:transition spd="slow" p14:dur="2000" advTm="321"/>
    </mc:Choice>
    <mc:Fallback>
      <p:transition spd="slow" advTm="321"/>
    </mc:Fallback>
  </mc:AlternateContent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customXml/_rels/item1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"1.0" encoding="UTF-8" standalone="yes"?>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cument" ma:contentTypeID="0x010100CE0BFA3FE7B31C47B22C71538F6A5F93" ma:contentTypeVersion="15" ma:contentTypeDescription="Crée un document." ma:contentTypeScope="" ma:versionID="322cf90df624af7cdaf8faab6e132976">
  <xsd:schema xmlns:xsd="http://www.w3.org/2001/XMLSchema" xmlns:xs="http://www.w3.org/2001/XMLSchema" xmlns:p="http://schemas.microsoft.com/office/2006/metadata/properties" xmlns:ns3="034cefaf-8203-49bc-88aa-b746647cec87" xmlns:ns4="ffee4375-6191-4d68-ab33-514b2dd41182" targetNamespace="http://schemas.microsoft.com/office/2006/metadata/properties" ma:root="true" ma:fieldsID="17e963cb7a5be51324a9b8e65adf6008" ns3:_="" ns4:_="">
    <xsd:import namespace="034cefaf-8203-49bc-88aa-b746647cec87"/>
    <xsd:import namespace="ffee4375-6191-4d68-ab33-514b2dd41182"/>
    <xsd:element name="properties">
      <xsd:complexType>
        <xsd:sequence>
          <xsd:element name="documentManagement">
            <xsd:complexType>
              <xsd:all>
                <xsd:element ref="ns3:MediaServiceMetadata" minOccurs="0"/>
                <xsd:element ref="ns3:MediaServiceFastMetadata" minOccurs="0"/>
                <xsd:element ref="ns4:SharedWithUsers" minOccurs="0"/>
                <xsd:element ref="ns4:SharedWithDetails" minOccurs="0"/>
                <xsd:element ref="ns4:SharingHintHash" minOccurs="0"/>
                <xsd:element ref="ns3:MediaServiceAutoKeyPoints" minOccurs="0"/>
                <xsd:element ref="ns3:MediaServiceKeyPoints" minOccurs="0"/>
                <xsd:element ref="ns3:MediaServiceSearchProperties" minOccurs="0"/>
                <xsd:element ref="ns3:_activity" minOccurs="0"/>
                <xsd:element ref="ns3:MediaServiceObjectDetectorVersions" minOccurs="0"/>
                <xsd:element ref="ns3:MediaServiceSystemTags" minOccurs="0"/>
                <xsd:element ref="ns3:MediaServiceOCR" minOccurs="0"/>
                <xsd:element ref="ns3:MediaServiceGenerationTime" minOccurs="0"/>
                <xsd:element ref="ns3:MediaServiceEventHashCode" minOccurs="0"/>
                <xsd:element ref="ns3:MediaServiceDateTaken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34cefaf-8203-49bc-88aa-b746647cec87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AutoKeyPoints" ma:index="13" nillable="true" ma:displayName="MediaServiceAutoKeyPoints" ma:hidden="true" ma:internalName="MediaServiceAutoKeyPoints" ma:readOnly="true">
      <xsd:simpleType>
        <xsd:restriction base="dms:Note"/>
      </xsd:simpleType>
    </xsd:element>
    <xsd:element name="MediaServiceKeyPoints" ma:index="14" nillable="true" ma:displayName="KeyPoints" ma:internalName="MediaServiceKeyPoints" ma:readOnly="true">
      <xsd:simpleType>
        <xsd:restriction base="dms:Note">
          <xsd:maxLength value="255"/>
        </xsd:restriction>
      </xsd:simpleType>
    </xsd:element>
    <xsd:element name="MediaServiceSearchProperties" ma:index="15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_activity" ma:index="16" nillable="true" ma:displayName="_activity" ma:hidden="true" ma:internalName="_activity">
      <xsd:simpleType>
        <xsd:restriction base="dms:Note"/>
      </xsd:simpleType>
    </xsd:element>
    <xsd:element name="MediaServiceObjectDetectorVersions" ma:index="17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MediaServiceSystemTags" ma:index="18" nillable="true" ma:displayName="MediaServiceSystemTags" ma:hidden="true" ma:internalName="MediaServiceSystemTags" ma:readOnly="true">
      <xsd:simpleType>
        <xsd:restriction base="dms:Note"/>
      </xsd:simpleType>
    </xsd:element>
    <xsd:element name="MediaServiceOCR" ma:index="19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20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21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DateTaken" ma:index="22" nillable="true" ma:displayName="MediaServiceDateTaken" ma:hidden="true" ma:indexed="true" ma:internalName="MediaServiceDateTaken" ma:readOnly="true">
      <xsd:simpleType>
        <xsd:restriction base="dms:Text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ffee4375-6191-4d68-ab33-514b2dd41182" elementFormDefault="qualified">
    <xsd:import namespace="http://schemas.microsoft.com/office/2006/documentManagement/types"/>
    <xsd:import namespace="http://schemas.microsoft.com/office/infopath/2007/PartnerControls"/>
    <xsd:element name="SharedWithUsers" ma:index="10" nillable="true" ma:displayName="Partagé avec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  <xsd:element name="SharedWithDetails" ma:index="11" nillable="true" ma:displayName="Partagé avec détails" ma:internalName="SharedWithDetails" ma:readOnly="true">
      <xsd:simpleType>
        <xsd:restriction base="dms:Note">
          <xsd:maxLength value="255"/>
        </xsd:restriction>
      </xsd:simpleType>
    </xsd:element>
    <xsd:element name="SharingHintHash" ma:index="12" nillable="true" ma:displayName="Partage du hachage d’indicateur" ma:hidden="true" ma:internalName="SharingHintHash" ma:readOnly="true">
      <xsd:simpleType>
        <xsd:restriction base="dms:Text"/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Type de contenu"/>
        <xsd:element ref="dc:title" minOccurs="0" maxOccurs="1" ma:index="4" ma:displayName="Titre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_activity xmlns="034cefaf-8203-49bc-88aa-b746647cec87" xsi:nil="true"/>
  </documentManagement>
</p:properties>
</file>

<file path=customXml/itemProps1.xml><?xml version="1.0" encoding="utf-8"?>
<ds:datastoreItem xmlns:ds="http://schemas.openxmlformats.org/officeDocument/2006/customXml" ds:itemID="{86CFF38C-C997-41A0-824B-B7C10A6723D1}">
  <ds:schemaRefs>
    <ds:schemaRef ds:uri="http://schemas.microsoft.com/sharepoint/v3/contenttype/forms"/>
  </ds:schemaRefs>
</ds:datastoreItem>
</file>

<file path=customXml/itemProps2.xml><?xml version="1.0" encoding="utf-8"?>
<ds:datastoreItem xmlns:ds="http://schemas.openxmlformats.org/officeDocument/2006/customXml" ds:itemID="{4351EA7E-21DB-42B8-9B33-DCBF11D0CD3B}">
  <ds:schemaRefs>
    <ds:schemaRef ds:uri="034cefaf-8203-49bc-88aa-b746647cec87"/>
    <ds:schemaRef ds:uri="ffee4375-6191-4d68-ab33-514b2dd41182"/>
    <ds:schemaRef ds:uri="http://purl.org/dc/elements/1.1/"/>
    <ds:schemaRef ds:uri="http://purl.org/dc/terms/"/>
    <ds:schemaRef ds:uri="http://schemas.microsoft.com/internal/obd"/>
    <ds:schemaRef ds:uri="http://schemas.microsoft.com/office/2006/documentManagement/types"/>
    <ds:schemaRef ds:uri="http://schemas.microsoft.com/office/2006/metadata/contentType"/>
    <ds:schemaRef ds:uri="http://schemas.microsoft.com/office/2006/metadata/properties"/>
    <ds:schemaRef ds:uri="http://schemas.microsoft.com/office/2006/metadata/properties/metaAttributes"/>
    <ds:schemaRef ds:uri="http://schemas.microsoft.com/office/infopath/2007/PartnerControls"/>
    <ds:schemaRef ds:uri="http://schemas.openxmlformats.org/package/2006/metadata/core-properties"/>
    <ds:schemaRef ds:uri="http://www.w3.org/2001/XMLSchema"/>
  </ds:schemaRefs>
</ds:datastoreItem>
</file>

<file path=customXml/itemProps3.xml><?xml version="1.0" encoding="utf-8"?>
<ds:datastoreItem xmlns:ds="http://schemas.openxmlformats.org/officeDocument/2006/customXml" ds:itemID="{5D041C7B-D5B7-433F-B61E-BDB9C076CA43}">
  <ds:schemaRefs>
    <ds:schemaRef ds:uri="http://purl.org/dc/dcmitype/"/>
    <ds:schemaRef ds:uri="http://schemas.microsoft.com/office/2006/metadata/properties"/>
    <ds:schemaRef ds:uri="http://purl.org/dc/elements/1.1/"/>
    <ds:schemaRef ds:uri="http://schemas.microsoft.com/office/2006/documentManagement/types"/>
    <ds:schemaRef ds:uri="http://schemas.microsoft.com/office/infopath/2007/PartnerControls"/>
    <ds:schemaRef ds:uri="http://purl.org/dc/terms/"/>
    <ds:schemaRef ds:uri="http://schemas.openxmlformats.org/package/2006/metadata/core-properties"/>
    <ds:schemaRef ds:uri="034cefaf-8203-49bc-88aa-b746647cec87"/>
    <ds:schemaRef ds:uri="ffee4375-6191-4d68-ab33-514b2dd41182"/>
    <ds:schemaRef ds:uri="http://www.w3.org/XML/1998/namespace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otalTime>108</TotalTime>
  <Words>720</Words>
  <Application>Microsoft Office PowerPoint</Application>
  <PresentationFormat>Grand écran</PresentationFormat>
  <Paragraphs>152</Paragraphs>
  <Slides>10</Slides>
  <Notes>2</Notes>
  <HiddenSlides>0</HiddenSlides>
  <MMClips>0</MMClips>
  <ScaleCrop>false</ScaleCrop>
  <HeadingPairs>
    <vt:vector size="6" baseType="variant">
      <vt:variant>
        <vt:lpstr>Polices utilisées</vt:lpstr>
      </vt:variant>
      <vt:variant>
        <vt:i4>6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10</vt:i4>
      </vt:variant>
    </vt:vector>
  </HeadingPairs>
  <TitlesOfParts>
    <vt:vector size="17" baseType="lpstr">
      <vt:lpstr>Aptos</vt:lpstr>
      <vt:lpstr>Aptos Display</vt:lpstr>
      <vt:lpstr>Arial</vt:lpstr>
      <vt:lpstr>Cambria Math</vt:lpstr>
      <vt:lpstr>Lato</vt:lpstr>
      <vt:lpstr>Wingdings 3</vt:lpstr>
      <vt:lpstr>Office Theme</vt:lpstr>
      <vt:lpstr>Présentation PowerPoint</vt:lpstr>
      <vt:lpstr>Q1.1 &amp; Q1.2: Modal analysis</vt:lpstr>
      <vt:lpstr>Q1.3: Frequency response, force excitation F_c</vt:lpstr>
      <vt:lpstr>Q1.4: Frequency response, torque excitation M_c</vt:lpstr>
      <vt:lpstr>Q1.5: Modal truncation and validation</vt:lpstr>
      <vt:lpstr>Q2.1 &amp; Q2.2: TMD design strategy</vt:lpstr>
      <vt:lpstr>Q2.3: TMD efficiency, frequency domain</vt:lpstr>
      <vt:lpstr>Q2.4: Equivalent damping estimation</vt:lpstr>
      <vt:lpstr>Q3.1 &amp; Q3.2: Time domain analysis, without TMD</vt:lpstr>
      <vt:lpstr>Q3.3: TMD effect in time domain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Mohamed Adam Charki-Meskini</dc:creator>
  <cp:lastModifiedBy>Maximilien Zarioh</cp:lastModifiedBy>
  <cp:revision>1</cp:revision>
  <cp:lastPrinted>2025-11-26T09:46:42Z</cp:lastPrinted>
  <dcterms:created xsi:type="dcterms:W3CDTF">2025-11-20T18:09:55Z</dcterms:created>
  <dcterms:modified xsi:type="dcterms:W3CDTF">2026-01-10T23:25:50Z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0x010100CE0BFA3FE7B31C47B22C71538F6A5F93</vt:lpwstr>
  </property>
</Properties>
</file>