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7" r:id="rId5"/>
    <p:sldId id="261" r:id="rId6"/>
    <p:sldId id="263" r:id="rId7"/>
    <p:sldId id="264" r:id="rId8"/>
    <p:sldId id="265" r:id="rId9"/>
    <p:sldId id="266" r:id="rId10"/>
    <p:sldId id="267" r:id="rId11"/>
    <p:sldId id="269" r:id="rId12"/>
    <p:sldId id="270" r:id="rId13"/>
    <p:sldId id="271" r:id="rId14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62709A0-3C43-C864-DB7B-3F04632C759A}" name="YAMOUNI Wassim" initials="YW" userId="S::wassim.yamouni@ulb.be::066ef1b9-15c1-4e4f-8025-57c636f0f6ee" providerId="AD"/>
  <p188:author id="{F06207DA-807E-96DE-7116-4137832CE8B0}" name="CHARKI-MESKINI Mohamed" initials="MC" userId="S::mohamed.charkimeskini@ulb.be::b227ce8a-1575-4e7d-83ac-a00174423017" providerId="AD"/>
  <p188:author id="{A3783FF2-A092-DE9A-C3C2-BC6C9A3801B6}" name="FETHY Ilyas" initials="FI" userId="S::ilyas.fethy@ulb.be::9f77fbf4-7c52-41e7-a614-4de5448950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4085"/>
    <a:srgbClr val="425A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89C0CB-1F5B-4C95-8403-97C2398B7D0E}" v="1958" dt="2026-01-11T00:26:50.7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5"/>
  </p:normalViewPr>
  <p:slideViewPr>
    <p:cSldViewPr snapToGrid="0">
      <p:cViewPr varScale="1">
        <p:scale>
          <a:sx n="110" d="100"/>
          <a:sy n="110" d="100"/>
        </p:scale>
        <p:origin x="11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ximilien Zarioh" userId="a77256be48185e07" providerId="LiveId" clId="{EE2A4923-20D6-4BDA-ACFC-F8E82C18A682}"/>
    <pc:docChg chg="undo redo custSel addSld delSld modSld sldOrd">
      <pc:chgData name="Maximilien Zarioh" userId="a77256be48185e07" providerId="LiveId" clId="{EE2A4923-20D6-4BDA-ACFC-F8E82C18A682}" dt="2026-01-11T00:26:50.751" v="5726" actId="20577"/>
      <pc:docMkLst>
        <pc:docMk/>
      </pc:docMkLst>
      <pc:sldChg chg="delSp modSp mod modTransition">
        <pc:chgData name="Maximilien Zarioh" userId="a77256be48185e07" providerId="LiveId" clId="{EE2A4923-20D6-4BDA-ACFC-F8E82C18A682}" dt="2026-01-10T23:20:34.061" v="5361" actId="20577"/>
        <pc:sldMkLst>
          <pc:docMk/>
          <pc:sldMk cId="0" sldId="257"/>
        </pc:sldMkLst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0" sldId="257"/>
            <ac:spMk id="57" creationId="{00000000-0000-0000-0000-000000000000}"/>
          </ac:spMkLst>
        </pc:spChg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0" sldId="257"/>
            <ac:spMk id="58" creationId="{00000000-0000-0000-0000-000000000000}"/>
          </ac:spMkLst>
        </pc:spChg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0" sldId="257"/>
            <ac:spMk id="60" creationId="{00000000-0000-0000-0000-000000000000}"/>
          </ac:spMkLst>
        </pc:spChg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0" sldId="257"/>
            <ac:spMk id="61" creationId="{00000000-0000-0000-0000-000000000000}"/>
          </ac:spMkLst>
        </pc:spChg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0" sldId="257"/>
            <ac:spMk id="62" creationId="{00000000-0000-0000-0000-000000000000}"/>
          </ac:spMkLst>
        </pc:spChg>
        <pc:spChg chg="mod">
          <ac:chgData name="Maximilien Zarioh" userId="a77256be48185e07" providerId="LiveId" clId="{EE2A4923-20D6-4BDA-ACFC-F8E82C18A682}" dt="2026-01-10T23:20:34.061" v="5361" actId="20577"/>
          <ac:spMkLst>
            <pc:docMk/>
            <pc:sldMk cId="0" sldId="257"/>
            <ac:spMk id="63" creationId="{00000000-0000-0000-0000-000000000000}"/>
          </ac:spMkLst>
        </pc:spChg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0" sldId="257"/>
            <ac:spMk id="65" creationId="{00000000-0000-0000-0000-000000000000}"/>
          </ac:spMkLst>
        </pc:spChg>
      </pc:sldChg>
      <pc:sldChg chg="new del">
        <pc:chgData name="Maximilien Zarioh" userId="a77256be48185e07" providerId="LiveId" clId="{EE2A4923-20D6-4BDA-ACFC-F8E82C18A682}" dt="2026-01-10T21:47:51.159" v="232" actId="2696"/>
        <pc:sldMkLst>
          <pc:docMk/>
          <pc:sldMk cId="832217542" sldId="258"/>
        </pc:sldMkLst>
      </pc:sldChg>
      <pc:sldChg chg="new del">
        <pc:chgData name="Maximilien Zarioh" userId="a77256be48185e07" providerId="LiveId" clId="{EE2A4923-20D6-4BDA-ACFC-F8E82C18A682}" dt="2026-01-10T21:48:04.029" v="234" actId="2696"/>
        <pc:sldMkLst>
          <pc:docMk/>
          <pc:sldMk cId="400896128" sldId="259"/>
        </pc:sldMkLst>
      </pc:sldChg>
      <pc:sldChg chg="addSp delSp modSp new del mod">
        <pc:chgData name="Maximilien Zarioh" userId="a77256be48185e07" providerId="LiveId" clId="{EE2A4923-20D6-4BDA-ACFC-F8E82C18A682}" dt="2026-01-10T21:49:13.491" v="276" actId="2696"/>
        <pc:sldMkLst>
          <pc:docMk/>
          <pc:sldMk cId="2304903093" sldId="260"/>
        </pc:sldMkLst>
        <pc:spChg chg="mod">
          <ac:chgData name="Maximilien Zarioh" userId="a77256be48185e07" providerId="LiveId" clId="{EE2A4923-20D6-4BDA-ACFC-F8E82C18A682}" dt="2026-01-10T21:49:05.804" v="272" actId="20577"/>
          <ac:spMkLst>
            <pc:docMk/>
            <pc:sldMk cId="2304903093" sldId="260"/>
            <ac:spMk id="2" creationId="{B7AB1F7F-B446-BFB3-42CF-C156FD2F6B76}"/>
          </ac:spMkLst>
        </pc:spChg>
        <pc:spChg chg="add del">
          <ac:chgData name="Maximilien Zarioh" userId="a77256be48185e07" providerId="LiveId" clId="{EE2A4923-20D6-4BDA-ACFC-F8E82C18A682}" dt="2026-01-10T21:49:06.068" v="274"/>
          <ac:spMkLst>
            <pc:docMk/>
            <pc:sldMk cId="2304903093" sldId="260"/>
            <ac:spMk id="3" creationId="{3BDB3967-B8C8-AE0D-1938-6E1B2148191C}"/>
          </ac:spMkLst>
        </pc:spChg>
        <pc:spChg chg="add mod">
          <ac:chgData name="Maximilien Zarioh" userId="a77256be48185e07" providerId="LiveId" clId="{EE2A4923-20D6-4BDA-ACFC-F8E82C18A682}" dt="2026-01-10T21:49:03.449" v="264" actId="767"/>
          <ac:spMkLst>
            <pc:docMk/>
            <pc:sldMk cId="2304903093" sldId="260"/>
            <ac:spMk id="6" creationId="{6A417385-B471-8C3D-7B3F-A443B245746F}"/>
          </ac:spMkLst>
        </pc:spChg>
        <pc:picChg chg="add mod">
          <ac:chgData name="Maximilien Zarioh" userId="a77256be48185e07" providerId="LiveId" clId="{EE2A4923-20D6-4BDA-ACFC-F8E82C18A682}" dt="2026-01-10T21:49:06.068" v="274"/>
          <ac:picMkLst>
            <pc:docMk/>
            <pc:sldMk cId="2304903093" sldId="260"/>
            <ac:picMk id="5" creationId="{C11CBF39-7AC6-CF4A-EB92-330E733F0A25}"/>
          </ac:picMkLst>
        </pc:picChg>
      </pc:sldChg>
      <pc:sldChg chg="addSp delSp modSp new mod modTransition">
        <pc:chgData name="Maximilien Zarioh" userId="a77256be48185e07" providerId="LiveId" clId="{EE2A4923-20D6-4BDA-ACFC-F8E82C18A682}" dt="2026-01-11T00:26:50.751" v="5726" actId="20577"/>
        <pc:sldMkLst>
          <pc:docMk/>
          <pc:sldMk cId="1899348756" sldId="261"/>
        </pc:sldMkLst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1899348756" sldId="261"/>
            <ac:spMk id="2" creationId="{982A5D92-5A59-650C-B90C-AE335FE7DDBC}"/>
          </ac:spMkLst>
        </pc:spChg>
        <pc:spChg chg="add del mod">
          <ac:chgData name="Maximilien Zarioh" userId="a77256be48185e07" providerId="LiveId" clId="{EE2A4923-20D6-4BDA-ACFC-F8E82C18A682}" dt="2026-01-10T23:57:54.515" v="5431" actId="20577"/>
          <ac:spMkLst>
            <pc:docMk/>
            <pc:sldMk cId="1899348756" sldId="261"/>
            <ac:spMk id="3" creationId="{36B4B79D-B853-BD44-EDDD-89F2D1E3E68F}"/>
          </ac:spMkLst>
        </pc:spChg>
        <pc:spChg chg="mod">
          <ac:chgData name="Maximilien Zarioh" userId="a77256be48185e07" providerId="LiveId" clId="{EE2A4923-20D6-4BDA-ACFC-F8E82C18A682}" dt="2026-01-11T00:26:50.751" v="5726" actId="20577"/>
          <ac:spMkLst>
            <pc:docMk/>
            <pc:sldMk cId="1899348756" sldId="261"/>
            <ac:spMk id="4" creationId="{A2866B03-680F-2F1D-7015-9A8B3EE5FF7D}"/>
          </ac:spMkLst>
        </pc:spChg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1899348756" sldId="261"/>
            <ac:spMk id="11" creationId="{A004E9C8-DB35-395E-35EA-5B68AB1CE212}"/>
          </ac:spMkLst>
        </pc:spChg>
        <pc:picChg chg="add mod">
          <ac:chgData name="Maximilien Zarioh" userId="a77256be48185e07" providerId="LiveId" clId="{EE2A4923-20D6-4BDA-ACFC-F8E82C18A682}" dt="2026-01-10T21:49:32.108" v="302"/>
          <ac:picMkLst>
            <pc:docMk/>
            <pc:sldMk cId="1899348756" sldId="261"/>
            <ac:picMk id="6" creationId="{F84E0654-F15D-3A68-6092-4C8515D2F7A8}"/>
          </ac:picMkLst>
        </pc:picChg>
        <pc:picChg chg="add mod">
          <ac:chgData name="Maximilien Zarioh" userId="a77256be48185e07" providerId="LiveId" clId="{EE2A4923-20D6-4BDA-ACFC-F8E82C18A682}" dt="2026-01-10T21:49:35.932" v="307"/>
          <ac:picMkLst>
            <pc:docMk/>
            <pc:sldMk cId="1899348756" sldId="261"/>
            <ac:picMk id="8" creationId="{82C109D2-D62F-192C-20BC-50F6DEDD1FFE}"/>
          </ac:picMkLst>
        </pc:picChg>
        <pc:picChg chg="add mod">
          <ac:chgData name="Maximilien Zarioh" userId="a77256be48185e07" providerId="LiveId" clId="{EE2A4923-20D6-4BDA-ACFC-F8E82C18A682}" dt="2026-01-10T21:49:55.992" v="320" actId="14100"/>
          <ac:picMkLst>
            <pc:docMk/>
            <pc:sldMk cId="1899348756" sldId="261"/>
            <ac:picMk id="10" creationId="{56482B68-B6E0-1D9F-E392-003980755EEB}"/>
          </ac:picMkLst>
        </pc:picChg>
      </pc:sldChg>
      <pc:sldChg chg="new del">
        <pc:chgData name="Maximilien Zarioh" userId="a77256be48185e07" providerId="LiveId" clId="{EE2A4923-20D6-4BDA-ACFC-F8E82C18A682}" dt="2026-01-10T22:18:15.289" v="1308" actId="47"/>
        <pc:sldMkLst>
          <pc:docMk/>
          <pc:sldMk cId="3602813633" sldId="262"/>
        </pc:sldMkLst>
      </pc:sldChg>
      <pc:sldChg chg="new del">
        <pc:chgData name="Maximilien Zarioh" userId="a77256be48185e07" providerId="LiveId" clId="{EE2A4923-20D6-4BDA-ACFC-F8E82C18A682}" dt="2026-01-10T21:55:58.387" v="617" actId="2696"/>
        <pc:sldMkLst>
          <pc:docMk/>
          <pc:sldMk cId="2539007425" sldId="263"/>
        </pc:sldMkLst>
      </pc:sldChg>
      <pc:sldChg chg="addSp delSp modSp add mod setBg">
        <pc:chgData name="Maximilien Zarioh" userId="a77256be48185e07" providerId="LiveId" clId="{EE2A4923-20D6-4BDA-ACFC-F8E82C18A682}" dt="2026-01-11T00:01:03.073" v="5500" actId="20577"/>
        <pc:sldMkLst>
          <pc:docMk/>
          <pc:sldMk cId="4151035677" sldId="263"/>
        </pc:sldMkLst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4151035677" sldId="263"/>
            <ac:spMk id="2" creationId="{DA6EB6F0-5DD9-62BA-DDA8-708E0E9CD33A}"/>
          </ac:spMkLst>
        </pc:spChg>
        <pc:spChg chg="mod">
          <ac:chgData name="Maximilien Zarioh" userId="a77256be48185e07" providerId="LiveId" clId="{EE2A4923-20D6-4BDA-ACFC-F8E82C18A682}" dt="2026-01-11T00:01:03.073" v="5500" actId="20577"/>
          <ac:spMkLst>
            <pc:docMk/>
            <pc:sldMk cId="4151035677" sldId="263"/>
            <ac:spMk id="3" creationId="{70E613C6-7637-8621-9C86-19B7CF64F118}"/>
          </ac:spMkLst>
        </pc:spChg>
        <pc:spChg chg="del">
          <ac:chgData name="Maximilien Zarioh" userId="a77256be48185e07" providerId="LiveId" clId="{EE2A4923-20D6-4BDA-ACFC-F8E82C18A682}" dt="2026-01-10T22:02:20.486" v="822" actId="478"/>
          <ac:spMkLst>
            <pc:docMk/>
            <pc:sldMk cId="4151035677" sldId="263"/>
            <ac:spMk id="4" creationId="{CD421BCE-676E-D944-1294-F717D1ED8D90}"/>
          </ac:spMkLst>
        </pc:spChg>
        <pc:spChg chg="add del mod">
          <ac:chgData name="Maximilien Zarioh" userId="a77256be48185e07" providerId="LiveId" clId="{EE2A4923-20D6-4BDA-ACFC-F8E82C18A682}" dt="2026-01-10T22:05:07.933" v="842"/>
          <ac:spMkLst>
            <pc:docMk/>
            <pc:sldMk cId="4151035677" sldId="263"/>
            <ac:spMk id="6" creationId="{1BEA9845-883F-9E7B-D3F5-52CF7F6FD470}"/>
          </ac:spMkLst>
        </pc:spChg>
        <pc:spChg chg="mod ord">
          <ac:chgData name="Maximilien Zarioh" userId="a77256be48185e07" providerId="LiveId" clId="{EE2A4923-20D6-4BDA-ACFC-F8E82C18A682}" dt="2026-01-10T23:19:53.679" v="5329" actId="790"/>
          <ac:spMkLst>
            <pc:docMk/>
            <pc:sldMk cId="4151035677" sldId="263"/>
            <ac:spMk id="11" creationId="{7D697E64-2A06-AE08-EC19-56D07A4DCB83}"/>
          </ac:spMkLst>
        </pc:spChg>
        <pc:spChg chg="add del">
          <ac:chgData name="Maximilien Zarioh" userId="a77256be48185e07" providerId="LiveId" clId="{EE2A4923-20D6-4BDA-ACFC-F8E82C18A682}" dt="2026-01-10T22:03:39.260" v="830" actId="26606"/>
          <ac:spMkLst>
            <pc:docMk/>
            <pc:sldMk cId="4151035677" sldId="263"/>
            <ac:spMk id="16" creationId="{743AA782-23D1-4521-8CAD-47662984AA08}"/>
          </ac:spMkLst>
        </pc:spChg>
        <pc:spChg chg="add del">
          <ac:chgData name="Maximilien Zarioh" userId="a77256be48185e07" providerId="LiveId" clId="{EE2A4923-20D6-4BDA-ACFC-F8E82C18A682}" dt="2026-01-10T22:03:39.260" v="830" actId="26606"/>
          <ac:spMkLst>
            <pc:docMk/>
            <pc:sldMk cId="4151035677" sldId="263"/>
            <ac:spMk id="18" creationId="{650D18FE-0824-4A46-B22C-A86B52E5780A}"/>
          </ac:spMkLst>
        </pc:spChg>
        <pc:spChg chg="add del">
          <ac:chgData name="Maximilien Zarioh" userId="a77256be48185e07" providerId="LiveId" clId="{EE2A4923-20D6-4BDA-ACFC-F8E82C18A682}" dt="2026-01-10T22:03:43.999" v="832" actId="26606"/>
          <ac:spMkLst>
            <pc:docMk/>
            <pc:sldMk cId="4151035677" sldId="263"/>
            <ac:spMk id="20" creationId="{0007FE00-9498-4706-B255-6437B0252C02}"/>
          </ac:spMkLst>
        </pc:spChg>
        <pc:spChg chg="add del">
          <ac:chgData name="Maximilien Zarioh" userId="a77256be48185e07" providerId="LiveId" clId="{EE2A4923-20D6-4BDA-ACFC-F8E82C18A682}" dt="2026-01-10T22:03:43.999" v="832" actId="26606"/>
          <ac:spMkLst>
            <pc:docMk/>
            <pc:sldMk cId="4151035677" sldId="263"/>
            <ac:spMk id="21" creationId="{2EB492CD-616E-47F8-933B-5E2D952A0593}"/>
          </ac:spMkLst>
        </pc:spChg>
        <pc:spChg chg="add del">
          <ac:chgData name="Maximilien Zarioh" userId="a77256be48185e07" providerId="LiveId" clId="{EE2A4923-20D6-4BDA-ACFC-F8E82C18A682}" dt="2026-01-10T22:03:43.999" v="832" actId="26606"/>
          <ac:spMkLst>
            <pc:docMk/>
            <pc:sldMk cId="4151035677" sldId="263"/>
            <ac:spMk id="22" creationId="{59383CF9-23B5-4335-9B21-1791C4CF1C75}"/>
          </ac:spMkLst>
        </pc:spChg>
        <pc:spChg chg="add del">
          <ac:chgData name="Maximilien Zarioh" userId="a77256be48185e07" providerId="LiveId" clId="{EE2A4923-20D6-4BDA-ACFC-F8E82C18A682}" dt="2026-01-10T22:03:51.891" v="834" actId="26606"/>
          <ac:spMkLst>
            <pc:docMk/>
            <pc:sldMk cId="4151035677" sldId="263"/>
            <ac:spMk id="24" creationId="{45D37F4E-DDB4-456B-97E0-9937730A039F}"/>
          </ac:spMkLst>
        </pc:spChg>
        <pc:spChg chg="add del">
          <ac:chgData name="Maximilien Zarioh" userId="a77256be48185e07" providerId="LiveId" clId="{EE2A4923-20D6-4BDA-ACFC-F8E82C18A682}" dt="2026-01-10T22:03:51.891" v="834" actId="26606"/>
          <ac:spMkLst>
            <pc:docMk/>
            <pc:sldMk cId="4151035677" sldId="263"/>
            <ac:spMk id="25" creationId="{B2DD41CD-8F47-4F56-AD12-4E2FF7696987}"/>
          </ac:spMkLst>
        </pc:spChg>
        <pc:spChg chg="add del">
          <ac:chgData name="Maximilien Zarioh" userId="a77256be48185e07" providerId="LiveId" clId="{EE2A4923-20D6-4BDA-ACFC-F8E82C18A682}" dt="2026-01-10T22:04:05.295" v="836" actId="26606"/>
          <ac:spMkLst>
            <pc:docMk/>
            <pc:sldMk cId="4151035677" sldId="263"/>
            <ac:spMk id="27" creationId="{C0763A76-9F1C-4FC5-82B7-DD475DA461B2}"/>
          </ac:spMkLst>
        </pc:spChg>
        <pc:spChg chg="add del">
          <ac:chgData name="Maximilien Zarioh" userId="a77256be48185e07" providerId="LiveId" clId="{EE2A4923-20D6-4BDA-ACFC-F8E82C18A682}" dt="2026-01-10T22:04:05.295" v="836" actId="26606"/>
          <ac:spMkLst>
            <pc:docMk/>
            <pc:sldMk cId="4151035677" sldId="263"/>
            <ac:spMk id="28" creationId="{E81BF4F6-F2CF-4984-9D14-D6966D92F99F}"/>
          </ac:spMkLst>
        </pc:spChg>
        <pc:spChg chg="add del">
          <ac:chgData name="Maximilien Zarioh" userId="a77256be48185e07" providerId="LiveId" clId="{EE2A4923-20D6-4BDA-ACFC-F8E82C18A682}" dt="2026-01-10T22:05:06.299" v="838" actId="26606"/>
          <ac:spMkLst>
            <pc:docMk/>
            <pc:sldMk cId="4151035677" sldId="263"/>
            <ac:spMk id="30" creationId="{F94AA2BD-2E3F-4B1D-8127-5744B8115311}"/>
          </ac:spMkLst>
        </pc:spChg>
        <pc:spChg chg="add del">
          <ac:chgData name="Maximilien Zarioh" userId="a77256be48185e07" providerId="LiveId" clId="{EE2A4923-20D6-4BDA-ACFC-F8E82C18A682}" dt="2026-01-10T22:05:06.299" v="838" actId="26606"/>
          <ac:spMkLst>
            <pc:docMk/>
            <pc:sldMk cId="4151035677" sldId="263"/>
            <ac:spMk id="31" creationId="{4BD02261-2DC8-4AA8-9E16-7751AE892445}"/>
          </ac:spMkLst>
        </pc:spChg>
        <pc:spChg chg="add del">
          <ac:chgData name="Maximilien Zarioh" userId="a77256be48185e07" providerId="LiveId" clId="{EE2A4923-20D6-4BDA-ACFC-F8E82C18A682}" dt="2026-01-10T22:05:06.299" v="838" actId="26606"/>
          <ac:spMkLst>
            <pc:docMk/>
            <pc:sldMk cId="4151035677" sldId="263"/>
            <ac:spMk id="32" creationId="{3D752CF2-2291-40B5-B462-C17B174C10BC}"/>
          </ac:spMkLst>
        </pc:spChg>
        <pc:picChg chg="add mod ord">
          <ac:chgData name="Maximilien Zarioh" userId="a77256be48185e07" providerId="LiveId" clId="{EE2A4923-20D6-4BDA-ACFC-F8E82C18A682}" dt="2026-01-10T22:05:07.933" v="842"/>
          <ac:picMkLst>
            <pc:docMk/>
            <pc:sldMk cId="4151035677" sldId="263"/>
            <ac:picMk id="8" creationId="{7384F159-ECF0-B2D9-4A12-C062B6F67352}"/>
          </ac:picMkLst>
        </pc:picChg>
        <pc:picChg chg="del">
          <ac:chgData name="Maximilien Zarioh" userId="a77256be48185e07" providerId="LiveId" clId="{EE2A4923-20D6-4BDA-ACFC-F8E82C18A682}" dt="2026-01-10T22:02:19.278" v="821" actId="478"/>
          <ac:picMkLst>
            <pc:docMk/>
            <pc:sldMk cId="4151035677" sldId="263"/>
            <ac:picMk id="10" creationId="{E70E3FDB-FE14-32AD-96D5-FE5E395CA261}"/>
          </ac:picMkLst>
        </pc:picChg>
      </pc:sldChg>
      <pc:sldChg chg="addSp delSp modSp add mod">
        <pc:chgData name="Maximilien Zarioh" userId="a77256be48185e07" providerId="LiveId" clId="{EE2A4923-20D6-4BDA-ACFC-F8E82C18A682}" dt="2026-01-11T00:03:14.700" v="5562" actId="5793"/>
        <pc:sldMkLst>
          <pc:docMk/>
          <pc:sldMk cId="1799126252" sldId="264"/>
        </pc:sldMkLst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1799126252" sldId="264"/>
            <ac:spMk id="2" creationId="{6A824A58-5A64-1E06-0849-B179EDEB62FF}"/>
          </ac:spMkLst>
        </pc:spChg>
        <pc:spChg chg="mod">
          <ac:chgData name="Maximilien Zarioh" userId="a77256be48185e07" providerId="LiveId" clId="{EE2A4923-20D6-4BDA-ACFC-F8E82C18A682}" dt="2026-01-11T00:03:14.700" v="5562" actId="5793"/>
          <ac:spMkLst>
            <pc:docMk/>
            <pc:sldMk cId="1799126252" sldId="264"/>
            <ac:spMk id="3" creationId="{88AEE45B-4CF8-9E2F-F621-E0880C7FCB1E}"/>
          </ac:spMkLst>
        </pc:spChg>
        <pc:spChg chg="add del mod">
          <ac:chgData name="Maximilien Zarioh" userId="a77256be48185e07" providerId="LiveId" clId="{EE2A4923-20D6-4BDA-ACFC-F8E82C18A682}" dt="2026-01-10T22:23:42.053" v="1865"/>
          <ac:spMkLst>
            <pc:docMk/>
            <pc:sldMk cId="1799126252" sldId="264"/>
            <ac:spMk id="5" creationId="{382BF8CD-6FFD-3B28-2437-EDE36636D06F}"/>
          </ac:spMkLst>
        </pc:spChg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1799126252" sldId="264"/>
            <ac:spMk id="11" creationId="{70F54DE3-6C89-28E2-B096-AFC2BE4E446C}"/>
          </ac:spMkLst>
        </pc:spChg>
        <pc:picChg chg="add mod">
          <ac:chgData name="Maximilien Zarioh" userId="a77256be48185e07" providerId="LiveId" clId="{EE2A4923-20D6-4BDA-ACFC-F8E82C18A682}" dt="2026-01-10T22:23:29.468" v="1861"/>
          <ac:picMkLst>
            <pc:docMk/>
            <pc:sldMk cId="1799126252" sldId="264"/>
            <ac:picMk id="7" creationId="{B8F11B07-7524-3C50-C667-6F68F839016E}"/>
          </ac:picMkLst>
        </pc:picChg>
        <pc:picChg chg="del">
          <ac:chgData name="Maximilien Zarioh" userId="a77256be48185e07" providerId="LiveId" clId="{EE2A4923-20D6-4BDA-ACFC-F8E82C18A682}" dt="2026-01-10T22:23:13.584" v="1854" actId="478"/>
          <ac:picMkLst>
            <pc:docMk/>
            <pc:sldMk cId="1799126252" sldId="264"/>
            <ac:picMk id="8" creationId="{F6F686C4-A5DA-FDB0-A6C9-32F51B6D860B}"/>
          </ac:picMkLst>
        </pc:picChg>
        <pc:picChg chg="add mod">
          <ac:chgData name="Maximilien Zarioh" userId="a77256be48185e07" providerId="LiveId" clId="{EE2A4923-20D6-4BDA-ACFC-F8E82C18A682}" dt="2026-01-10T22:23:44.257" v="1866" actId="27614"/>
          <ac:picMkLst>
            <pc:docMk/>
            <pc:sldMk cId="1799126252" sldId="264"/>
            <ac:picMk id="10" creationId="{A220EC2E-130B-FF3A-94D6-F0BC406344E8}"/>
          </ac:picMkLst>
        </pc:picChg>
      </pc:sldChg>
      <pc:sldChg chg="addSp delSp modSp add mod">
        <pc:chgData name="Maximilien Zarioh" userId="a77256be48185e07" providerId="LiveId" clId="{EE2A4923-20D6-4BDA-ACFC-F8E82C18A682}" dt="2026-01-11T00:03:39.345" v="5565" actId="5793"/>
        <pc:sldMkLst>
          <pc:docMk/>
          <pc:sldMk cId="65834661" sldId="265"/>
        </pc:sldMkLst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65834661" sldId="265"/>
            <ac:spMk id="2" creationId="{8D6E6FB0-069D-3C5B-09ED-B02CF37F2799}"/>
          </ac:spMkLst>
        </pc:spChg>
        <pc:spChg chg="mod">
          <ac:chgData name="Maximilien Zarioh" userId="a77256be48185e07" providerId="LiveId" clId="{EE2A4923-20D6-4BDA-ACFC-F8E82C18A682}" dt="2026-01-11T00:03:39.345" v="5565" actId="5793"/>
          <ac:spMkLst>
            <pc:docMk/>
            <pc:sldMk cId="65834661" sldId="265"/>
            <ac:spMk id="3" creationId="{728157D7-9B14-76D7-58BD-CE6563882E67}"/>
          </ac:spMkLst>
        </pc:spChg>
        <pc:spChg chg="add del mod">
          <ac:chgData name="Maximilien Zarioh" userId="a77256be48185e07" providerId="LiveId" clId="{EE2A4923-20D6-4BDA-ACFC-F8E82C18A682}" dt="2026-01-10T22:25:15.779" v="1888"/>
          <ac:spMkLst>
            <pc:docMk/>
            <pc:sldMk cId="65834661" sldId="265"/>
            <ac:spMk id="5" creationId="{CF077F9B-55EC-6250-3EA3-BC607FE286AD}"/>
          </ac:spMkLst>
        </pc:spChg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65834661" sldId="265"/>
            <ac:spMk id="11" creationId="{58A92996-92E3-E807-320E-1FFE15DF9208}"/>
          </ac:spMkLst>
        </pc:spChg>
        <pc:picChg chg="add mod">
          <ac:chgData name="Maximilien Zarioh" userId="a77256be48185e07" providerId="LiveId" clId="{EE2A4923-20D6-4BDA-ACFC-F8E82C18A682}" dt="2026-01-10T22:25:08.874" v="1885"/>
          <ac:picMkLst>
            <pc:docMk/>
            <pc:sldMk cId="65834661" sldId="265"/>
            <ac:picMk id="7" creationId="{2AC82018-69C0-FDBC-7CC4-6E9EDD79164F}"/>
          </ac:picMkLst>
        </pc:picChg>
        <pc:picChg chg="add mod">
          <ac:chgData name="Maximilien Zarioh" userId="a77256be48185e07" providerId="LiveId" clId="{EE2A4923-20D6-4BDA-ACFC-F8E82C18A682}" dt="2026-01-10T22:25:17.639" v="1889" actId="27614"/>
          <ac:picMkLst>
            <pc:docMk/>
            <pc:sldMk cId="65834661" sldId="265"/>
            <ac:picMk id="9" creationId="{798CA831-CED6-3497-1E2A-865C4EF1898D}"/>
          </ac:picMkLst>
        </pc:picChg>
        <pc:picChg chg="del">
          <ac:chgData name="Maximilien Zarioh" userId="a77256be48185e07" providerId="LiveId" clId="{EE2A4923-20D6-4BDA-ACFC-F8E82C18A682}" dt="2026-01-10T22:25:03.190" v="1883" actId="478"/>
          <ac:picMkLst>
            <pc:docMk/>
            <pc:sldMk cId="65834661" sldId="265"/>
            <ac:picMk id="10" creationId="{EDAB41BF-2CB2-85FD-081B-985FFC334E1E}"/>
          </ac:picMkLst>
        </pc:picChg>
      </pc:sldChg>
      <pc:sldChg chg="new del">
        <pc:chgData name="Maximilien Zarioh" userId="a77256be48185e07" providerId="LiveId" clId="{EE2A4923-20D6-4BDA-ACFC-F8E82C18A682}" dt="2026-01-10T22:31:19.224" v="2354" actId="2696"/>
        <pc:sldMkLst>
          <pc:docMk/>
          <pc:sldMk cId="1211636261" sldId="266"/>
        </pc:sldMkLst>
      </pc:sldChg>
      <pc:sldChg chg="new del">
        <pc:chgData name="Maximilien Zarioh" userId="a77256be48185e07" providerId="LiveId" clId="{EE2A4923-20D6-4BDA-ACFC-F8E82C18A682}" dt="2026-01-10T22:31:33.809" v="2356" actId="2696"/>
        <pc:sldMkLst>
          <pc:docMk/>
          <pc:sldMk cId="3159247985" sldId="266"/>
        </pc:sldMkLst>
      </pc:sldChg>
      <pc:sldChg chg="addSp delSp modSp add mod ord">
        <pc:chgData name="Maximilien Zarioh" userId="a77256be48185e07" providerId="LiveId" clId="{EE2A4923-20D6-4BDA-ACFC-F8E82C18A682}" dt="2026-01-11T00:03:44.688" v="5568" actId="20577"/>
        <pc:sldMkLst>
          <pc:docMk/>
          <pc:sldMk cId="3408042806" sldId="266"/>
        </pc:sldMkLst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3408042806" sldId="266"/>
            <ac:spMk id="2" creationId="{AD2864F0-262B-A4D0-A8DA-2FC34D06CB1B}"/>
          </ac:spMkLst>
        </pc:spChg>
        <pc:spChg chg="mod">
          <ac:chgData name="Maximilien Zarioh" userId="a77256be48185e07" providerId="LiveId" clId="{EE2A4923-20D6-4BDA-ACFC-F8E82C18A682}" dt="2026-01-11T00:03:44.688" v="5568" actId="20577"/>
          <ac:spMkLst>
            <pc:docMk/>
            <pc:sldMk cId="3408042806" sldId="266"/>
            <ac:spMk id="3" creationId="{F560D66C-768A-30F1-3A08-9229CFB8DEDF}"/>
          </ac:spMkLst>
        </pc:spChg>
        <pc:spChg chg="add del mod">
          <ac:chgData name="Maximilien Zarioh" userId="a77256be48185e07" providerId="LiveId" clId="{EE2A4923-20D6-4BDA-ACFC-F8E82C18A682}" dt="2026-01-10T22:32:26.872" v="2429" actId="3680"/>
          <ac:spMkLst>
            <pc:docMk/>
            <pc:sldMk cId="3408042806" sldId="266"/>
            <ac:spMk id="5" creationId="{AFF7A2E0-4037-23CD-2687-AE73D0AA0044}"/>
          </ac:spMkLst>
        </pc:spChg>
        <pc:spChg chg="add mod">
          <ac:chgData name="Maximilien Zarioh" userId="a77256be48185e07" providerId="LiveId" clId="{EE2A4923-20D6-4BDA-ACFC-F8E82C18A682}" dt="2026-01-10T23:19:53.679" v="5329" actId="790"/>
          <ac:spMkLst>
            <pc:docMk/>
            <pc:sldMk cId="3408042806" sldId="266"/>
            <ac:spMk id="8" creationId="{410DC172-2CBF-B9D8-2241-0E7F5D1DA897}"/>
          </ac:spMkLst>
        </pc:spChg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3408042806" sldId="266"/>
            <ac:spMk id="11" creationId="{1D941FCD-FBA4-8425-BCCB-3C080F835C4D}"/>
          </ac:spMkLst>
        </pc:spChg>
        <pc:graphicFrameChg chg="add del mod ord modGraphic">
          <ac:chgData name="Maximilien Zarioh" userId="a77256be48185e07" providerId="LiveId" clId="{EE2A4923-20D6-4BDA-ACFC-F8E82C18A682}" dt="2026-01-10T22:32:18.255" v="2426" actId="3680"/>
          <ac:graphicFrameMkLst>
            <pc:docMk/>
            <pc:sldMk cId="3408042806" sldId="266"/>
            <ac:graphicFrameMk id="6" creationId="{9B6511F1-0DE3-6AF1-9F55-4B03C8EFB42F}"/>
          </ac:graphicFrameMkLst>
        </pc:graphicFrameChg>
        <pc:graphicFrameChg chg="add mod ord modGraphic">
          <ac:chgData name="Maximilien Zarioh" userId="a77256be48185e07" providerId="LiveId" clId="{EE2A4923-20D6-4BDA-ACFC-F8E82C18A682}" dt="2026-01-10T23:43:35.299" v="5391" actId="20577"/>
          <ac:graphicFrameMkLst>
            <pc:docMk/>
            <pc:sldMk cId="3408042806" sldId="266"/>
            <ac:graphicFrameMk id="7" creationId="{D854399C-74C2-822E-B2A6-9532ABEC7DAD}"/>
          </ac:graphicFrameMkLst>
        </pc:graphicFrameChg>
        <pc:picChg chg="del">
          <ac:chgData name="Maximilien Zarioh" userId="a77256be48185e07" providerId="LiveId" clId="{EE2A4923-20D6-4BDA-ACFC-F8E82C18A682}" dt="2026-01-10T22:32:02.587" v="2424" actId="478"/>
          <ac:picMkLst>
            <pc:docMk/>
            <pc:sldMk cId="3408042806" sldId="266"/>
            <ac:picMk id="9" creationId="{2C72D3B1-4C28-3628-F519-F5775D0C3277}"/>
          </ac:picMkLst>
        </pc:picChg>
      </pc:sldChg>
      <pc:sldChg chg="addSp delSp modSp add mod">
        <pc:chgData name="Maximilien Zarioh" userId="a77256be48185e07" providerId="LiveId" clId="{EE2A4923-20D6-4BDA-ACFC-F8E82C18A682}" dt="2026-01-11T00:03:50.350" v="5569" actId="255"/>
        <pc:sldMkLst>
          <pc:docMk/>
          <pc:sldMk cId="86959205" sldId="267"/>
        </pc:sldMkLst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86959205" sldId="267"/>
            <ac:spMk id="2" creationId="{376C13F5-1061-E11C-EFAD-3FB29D0160CB}"/>
          </ac:spMkLst>
        </pc:spChg>
        <pc:spChg chg="mod">
          <ac:chgData name="Maximilien Zarioh" userId="a77256be48185e07" providerId="LiveId" clId="{EE2A4923-20D6-4BDA-ACFC-F8E82C18A682}" dt="2026-01-11T00:03:50.350" v="5569" actId="255"/>
          <ac:spMkLst>
            <pc:docMk/>
            <pc:sldMk cId="86959205" sldId="267"/>
            <ac:spMk id="3" creationId="{6770651D-CC45-0AC1-CFED-57035F514509}"/>
          </ac:spMkLst>
        </pc:spChg>
        <pc:spChg chg="add del mod">
          <ac:chgData name="Maximilien Zarioh" userId="a77256be48185e07" providerId="LiveId" clId="{EE2A4923-20D6-4BDA-ACFC-F8E82C18A682}" dt="2026-01-10T22:48:50.768" v="3325"/>
          <ac:spMkLst>
            <pc:docMk/>
            <pc:sldMk cId="86959205" sldId="267"/>
            <ac:spMk id="5" creationId="{567579C1-1221-BE4C-CABE-7607A3C495F3}"/>
          </ac:spMkLst>
        </pc:spChg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86959205" sldId="267"/>
            <ac:spMk id="11" creationId="{A8E2CFA6-438B-D0B8-CCBE-48E118A0031C}"/>
          </ac:spMkLst>
        </pc:spChg>
        <pc:picChg chg="add mod">
          <ac:chgData name="Maximilien Zarioh" userId="a77256be48185e07" providerId="LiveId" clId="{EE2A4923-20D6-4BDA-ACFC-F8E82C18A682}" dt="2026-01-10T22:48:43.532" v="3322"/>
          <ac:picMkLst>
            <pc:docMk/>
            <pc:sldMk cId="86959205" sldId="267"/>
            <ac:picMk id="7" creationId="{C919D255-4AC0-A7BE-7716-B31CAB3DD1C2}"/>
          </ac:picMkLst>
        </pc:picChg>
        <pc:picChg chg="del">
          <ac:chgData name="Maximilien Zarioh" userId="a77256be48185e07" providerId="LiveId" clId="{EE2A4923-20D6-4BDA-ACFC-F8E82C18A682}" dt="2026-01-10T22:48:36.749" v="3320" actId="478"/>
          <ac:picMkLst>
            <pc:docMk/>
            <pc:sldMk cId="86959205" sldId="267"/>
            <ac:picMk id="9" creationId="{34313824-7B1C-27F4-FFBE-CAF7A222ADA1}"/>
          </ac:picMkLst>
        </pc:picChg>
        <pc:picChg chg="add mod">
          <ac:chgData name="Maximilien Zarioh" userId="a77256be48185e07" providerId="LiveId" clId="{EE2A4923-20D6-4BDA-ACFC-F8E82C18A682}" dt="2026-01-10T22:53:50.222" v="3800" actId="1076"/>
          <ac:picMkLst>
            <pc:docMk/>
            <pc:sldMk cId="86959205" sldId="267"/>
            <ac:picMk id="10" creationId="{65CF1AAD-36B6-73C0-4B19-B8C1354A5AA4}"/>
          </ac:picMkLst>
        </pc:picChg>
      </pc:sldChg>
      <pc:sldChg chg="new del">
        <pc:chgData name="Maximilien Zarioh" userId="a77256be48185e07" providerId="LiveId" clId="{EE2A4923-20D6-4BDA-ACFC-F8E82C18A682}" dt="2026-01-10T22:48:08.534" v="3274" actId="2696"/>
        <pc:sldMkLst>
          <pc:docMk/>
          <pc:sldMk cId="2232342563" sldId="267"/>
        </pc:sldMkLst>
      </pc:sldChg>
      <pc:sldChg chg="addSp delSp modSp add del mod">
        <pc:chgData name="Maximilien Zarioh" userId="a77256be48185e07" providerId="LiveId" clId="{EE2A4923-20D6-4BDA-ACFC-F8E82C18A682}" dt="2026-01-10T22:55:11.221" v="3841" actId="2696"/>
        <pc:sldMkLst>
          <pc:docMk/>
          <pc:sldMk cId="237215456" sldId="268"/>
        </pc:sldMkLst>
        <pc:spChg chg="mod">
          <ac:chgData name="Maximilien Zarioh" userId="a77256be48185e07" providerId="LiveId" clId="{EE2A4923-20D6-4BDA-ACFC-F8E82C18A682}" dt="2026-01-10T22:54:45.385" v="3835" actId="20577"/>
          <ac:spMkLst>
            <pc:docMk/>
            <pc:sldMk cId="237215456" sldId="268"/>
            <ac:spMk id="2" creationId="{EF9C1183-70E0-8EEC-9680-B9ED1CFFCB61}"/>
          </ac:spMkLst>
        </pc:spChg>
        <pc:spChg chg="add mod">
          <ac:chgData name="Maximilien Zarioh" userId="a77256be48185e07" providerId="LiveId" clId="{EE2A4923-20D6-4BDA-ACFC-F8E82C18A682}" dt="2026-01-10T22:55:00.451" v="3837" actId="14100"/>
          <ac:spMkLst>
            <pc:docMk/>
            <pc:sldMk cId="237215456" sldId="268"/>
            <ac:spMk id="5" creationId="{5E26CD77-6DE1-9ED3-653C-D17EDC0DFF1B}"/>
          </ac:spMkLst>
        </pc:spChg>
        <pc:picChg chg="del">
          <ac:chgData name="Maximilien Zarioh" userId="a77256be48185e07" providerId="LiveId" clId="{EE2A4923-20D6-4BDA-ACFC-F8E82C18A682}" dt="2026-01-10T22:54:57.061" v="3836" actId="478"/>
          <ac:picMkLst>
            <pc:docMk/>
            <pc:sldMk cId="237215456" sldId="268"/>
            <ac:picMk id="10" creationId="{A0431708-AD0A-2329-DB46-64FC2CA15173}"/>
          </ac:picMkLst>
        </pc:picChg>
      </pc:sldChg>
      <pc:sldChg chg="new del">
        <pc:chgData name="Maximilien Zarioh" userId="a77256be48185e07" providerId="LiveId" clId="{EE2A4923-20D6-4BDA-ACFC-F8E82C18A682}" dt="2026-01-10T22:54:27.374" v="3802" actId="2696"/>
        <pc:sldMkLst>
          <pc:docMk/>
          <pc:sldMk cId="347519035" sldId="268"/>
        </pc:sldMkLst>
      </pc:sldChg>
      <pc:sldChg chg="addSp delSp modSp add mod ord">
        <pc:chgData name="Maximilien Zarioh" userId="a77256be48185e07" providerId="LiveId" clId="{EE2A4923-20D6-4BDA-ACFC-F8E82C18A682}" dt="2026-01-11T00:02:31.771" v="5550" actId="20577"/>
        <pc:sldMkLst>
          <pc:docMk/>
          <pc:sldMk cId="1850260506" sldId="269"/>
        </pc:sldMkLst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1850260506" sldId="269"/>
            <ac:spMk id="2" creationId="{37D64F74-046A-C2D8-31EE-784FE38FC6CB}"/>
          </ac:spMkLst>
        </pc:spChg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1850260506" sldId="269"/>
            <ac:spMk id="3" creationId="{594D87DE-C20D-AB59-08F5-DF3F06DA28D8}"/>
          </ac:spMkLst>
        </pc:spChg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1850260506" sldId="269"/>
            <ac:spMk id="4" creationId="{8CE98210-B845-A786-F1F4-9C68576CF225}"/>
          </ac:spMkLst>
        </pc:spChg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1850260506" sldId="269"/>
            <ac:spMk id="11" creationId="{DFD7B8A4-F96A-F3A6-1780-ECC35899C7F0}"/>
          </ac:spMkLst>
        </pc:spChg>
        <pc:graphicFrameChg chg="add mod modGraphic">
          <ac:chgData name="Maximilien Zarioh" userId="a77256be48185e07" providerId="LiveId" clId="{EE2A4923-20D6-4BDA-ACFC-F8E82C18A682}" dt="2026-01-11T00:02:31.771" v="5550" actId="20577"/>
          <ac:graphicFrameMkLst>
            <pc:docMk/>
            <pc:sldMk cId="1850260506" sldId="269"/>
            <ac:graphicFrameMk id="5" creationId="{1B748A43-B5AD-0BB6-4D1C-37F22361D12B}"/>
          </ac:graphicFrameMkLst>
        </pc:graphicFrameChg>
        <pc:picChg chg="del">
          <ac:chgData name="Maximilien Zarioh" userId="a77256be48185e07" providerId="LiveId" clId="{EE2A4923-20D6-4BDA-ACFC-F8E82C18A682}" dt="2026-01-10T22:55:15.887" v="3843" actId="478"/>
          <ac:picMkLst>
            <pc:docMk/>
            <pc:sldMk cId="1850260506" sldId="269"/>
            <ac:picMk id="10" creationId="{0E6C6843-4F44-7DB9-A7FC-A57383176123}"/>
          </ac:picMkLst>
        </pc:picChg>
      </pc:sldChg>
      <pc:sldChg chg="addSp delSp modSp add mod ord">
        <pc:chgData name="Maximilien Zarioh" userId="a77256be48185e07" providerId="LiveId" clId="{EE2A4923-20D6-4BDA-ACFC-F8E82C18A682}" dt="2026-01-11T00:02:44.023" v="5558" actId="20577"/>
        <pc:sldMkLst>
          <pc:docMk/>
          <pc:sldMk cId="3880254153" sldId="270"/>
        </pc:sldMkLst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3880254153" sldId="270"/>
            <ac:spMk id="2" creationId="{FEB39B12-B8D3-A147-7410-3054EF407EAB}"/>
          </ac:spMkLst>
        </pc:spChg>
        <pc:spChg chg="mod">
          <ac:chgData name="Maximilien Zarioh" userId="a77256be48185e07" providerId="LiveId" clId="{EE2A4923-20D6-4BDA-ACFC-F8E82C18A682}" dt="2026-01-11T00:02:44.023" v="5558" actId="20577"/>
          <ac:spMkLst>
            <pc:docMk/>
            <pc:sldMk cId="3880254153" sldId="270"/>
            <ac:spMk id="3" creationId="{3CC32C93-9C5D-299B-6D1D-4DCBAA8BB9D0}"/>
          </ac:spMkLst>
        </pc:spChg>
        <pc:spChg chg="add del mod">
          <ac:chgData name="Maximilien Zarioh" userId="a77256be48185e07" providerId="LiveId" clId="{EE2A4923-20D6-4BDA-ACFC-F8E82C18A682}" dt="2026-01-10T23:05:17.721" v="4618"/>
          <ac:spMkLst>
            <pc:docMk/>
            <pc:sldMk cId="3880254153" sldId="270"/>
            <ac:spMk id="5" creationId="{A5264596-41D3-86BA-513A-38B7444C056D}"/>
          </ac:spMkLst>
        </pc:spChg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3880254153" sldId="270"/>
            <ac:spMk id="11" creationId="{9D0971F6-6921-E3E6-0E65-0DD8917898B6}"/>
          </ac:spMkLst>
        </pc:spChg>
        <pc:picChg chg="add mod">
          <ac:chgData name="Maximilien Zarioh" userId="a77256be48185e07" providerId="LiveId" clId="{EE2A4923-20D6-4BDA-ACFC-F8E82C18A682}" dt="2026-01-10T23:05:19.248" v="4619" actId="27614"/>
          <ac:picMkLst>
            <pc:docMk/>
            <pc:sldMk cId="3880254153" sldId="270"/>
            <ac:picMk id="7" creationId="{3BA6F8AC-89AE-B515-5BAC-E50240A18471}"/>
          </ac:picMkLst>
        </pc:picChg>
        <pc:picChg chg="del">
          <ac:chgData name="Maximilien Zarioh" userId="a77256be48185e07" providerId="LiveId" clId="{EE2A4923-20D6-4BDA-ACFC-F8E82C18A682}" dt="2026-01-10T23:04:51.723" v="4609" actId="478"/>
          <ac:picMkLst>
            <pc:docMk/>
            <pc:sldMk cId="3880254153" sldId="270"/>
            <ac:picMk id="10" creationId="{CF07C98B-E80C-69DD-6464-4DB24C392E73}"/>
          </ac:picMkLst>
        </pc:picChg>
      </pc:sldChg>
      <pc:sldChg chg="addSp delSp modSp add mod ord">
        <pc:chgData name="Maximilien Zarioh" userId="a77256be48185e07" providerId="LiveId" clId="{EE2A4923-20D6-4BDA-ACFC-F8E82C18A682}" dt="2026-01-10T23:19:53.679" v="5329" actId="790"/>
        <pc:sldMkLst>
          <pc:docMk/>
          <pc:sldMk cId="499721619" sldId="271"/>
        </pc:sldMkLst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499721619" sldId="271"/>
            <ac:spMk id="2" creationId="{DD253FAC-D15C-577F-83A6-AA4A30E75FD2}"/>
          </ac:spMkLst>
        </pc:spChg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499721619" sldId="271"/>
            <ac:spMk id="3" creationId="{403519E8-808C-5DEB-C669-77B86B75B4D9}"/>
          </ac:spMkLst>
        </pc:spChg>
        <pc:spChg chg="add del mod">
          <ac:chgData name="Maximilien Zarioh" userId="a77256be48185e07" providerId="LiveId" clId="{EE2A4923-20D6-4BDA-ACFC-F8E82C18A682}" dt="2026-01-10T23:05:14.211" v="4616"/>
          <ac:spMkLst>
            <pc:docMk/>
            <pc:sldMk cId="499721619" sldId="271"/>
            <ac:spMk id="5" creationId="{4DBEA5F5-3CC4-A722-7CDF-B6CE4C433DD3}"/>
          </ac:spMkLst>
        </pc:spChg>
        <pc:spChg chg="mod">
          <ac:chgData name="Maximilien Zarioh" userId="a77256be48185e07" providerId="LiveId" clId="{EE2A4923-20D6-4BDA-ACFC-F8E82C18A682}" dt="2026-01-10T23:19:53.679" v="5329" actId="790"/>
          <ac:spMkLst>
            <pc:docMk/>
            <pc:sldMk cId="499721619" sldId="271"/>
            <ac:spMk id="11" creationId="{6E0DD5D3-372B-11BA-860B-44E11D63C45F}"/>
          </ac:spMkLst>
        </pc:spChg>
        <pc:picChg chg="add mod">
          <ac:chgData name="Maximilien Zarioh" userId="a77256be48185e07" providerId="LiveId" clId="{EE2A4923-20D6-4BDA-ACFC-F8E82C18A682}" dt="2026-01-10T23:05:16.201" v="4617" actId="27614"/>
          <ac:picMkLst>
            <pc:docMk/>
            <pc:sldMk cId="499721619" sldId="271"/>
            <ac:picMk id="7" creationId="{0848B565-1157-5751-E31C-71CA2234F19E}"/>
          </ac:picMkLst>
        </pc:picChg>
        <pc:picChg chg="del mod">
          <ac:chgData name="Maximilien Zarioh" userId="a77256be48185e07" providerId="LiveId" clId="{EE2A4923-20D6-4BDA-ACFC-F8E82C18A682}" dt="2026-01-10T23:05:02.285" v="4613" actId="478"/>
          <ac:picMkLst>
            <pc:docMk/>
            <pc:sldMk cId="499721619" sldId="271"/>
            <ac:picMk id="10" creationId="{40E2F6F3-BDD2-8A13-8E6D-2683E7F75A9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63110F9B-C009-4DBD-8B9E-0034F8C701A4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0A77A8E4-0E26-428A-BB00-829B47C9936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721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b0329f365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b0329f365a_0_2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</p:spPr>
        <p:txBody>
          <a:bodyPr spcFirstLastPara="1" wrap="square" lIns="99059" tIns="99059" rIns="99059" bIns="99059" anchor="t" anchorCtr="0">
            <a:noAutofit/>
          </a:bodyPr>
          <a:lstStyle/>
          <a:p>
            <a:r>
              <a:rPr lang="fr-BE"/>
              <a:t>Bonjour tout ça tout ça 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77A8E4-0E26-428A-BB00-829B47C9936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154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630CA-24C6-9B78-5FDB-784F296973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51EE7-B697-47DE-5697-ABF2A15709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F678C7-E0D4-F650-9BE8-868CF4983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FAA0D-C9D0-4386-90EF-E3EA16CB31C3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9C985-068C-7269-C843-7777E6C2F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E530D-403E-3B03-CB8F-2E8FBFA97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359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EAC41-141F-E1DF-B558-57752E12C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558DE-51E9-1332-8FF3-819DEDD82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E4DA6-7B6D-2CA0-7FA3-EF30BC72A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ABAD9-FCC0-4D38-A993-86CF917CB433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4E8D2-5945-191F-EFFB-310FC548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E273B-0430-8E80-C24E-78A2FB62E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165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F843F-811C-7893-ABFF-9CE6624C5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1ACBB-62AE-A243-D017-545A2D8DA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D8F49-7E48-2DD5-FA54-B8EF53C0C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4D7AD-BE52-4B88-816C-C96CA61040FE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A2F5A-3E2A-E58C-BAA7-E57C1D1E3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3E540-36F9-4977-B379-ADE2FF55F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832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F1900-BE54-43B4-173A-507CEEA1E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6C043-EE5E-DA11-24E4-26ABE31F4F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FAAEF-5406-FE13-DB10-2140336BC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537E2-5FDB-9DF2-4540-246C07D04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FE8D-60AE-440B-A292-F138FC72EE82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D666B5-99B5-7C94-021F-4FEB34AB5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3F625-3C9E-73C5-92CB-F38A0C244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235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D2D0-1DE4-22C5-4586-1045E19F7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CF096-5933-D673-9403-1DF7558F1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0ADC1D-A5FF-B3FF-CEB0-EE8A9EB40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C10049-2099-ACC0-9162-CAB8D51BD7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383D61-A77B-1AF6-6849-A3E0A3DEC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C13D41-CF75-B979-55CA-B73B60639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38BF5-689C-4A1C-B037-38B31E416652}" type="datetime1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6EF653-4691-8928-D3CD-7CE689A74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FE235-307E-000E-90CE-DE1943F2C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57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470B3-5A55-853A-B590-44EA06543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28A70C-3A36-0144-A49D-8C38084B8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07123-F364-49C5-A3A5-A69B59FF5EF5}" type="datetime1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80877-2C81-E4AA-3BF2-407AD4E64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8751A8-08FF-C5B3-AE1C-85691083C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99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91CE40-E6C4-9DF8-E481-ACE496D62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9FC79-4D78-4021-B828-54CF14EA2944}" type="datetime1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57F40E-71F8-4392-0BBF-BB8B416F8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2793D9-6B16-F814-9CA6-A52BBB9C6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2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8CF51-5420-3E5D-FC08-A54A4C417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AFD37-8072-3E37-90D2-0D826199AD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D590BB-8A02-4067-84F4-54FA29486E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84D057-2267-243C-4E1A-1722FB278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A4351-556F-46F7-A1C6-50685D8803FD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762CD-A7E7-148E-4353-9B20AD935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3A6AF-5288-0CE0-F870-10B2AFF93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782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DA1F8-EF22-AFFB-4AF7-C074AFD1E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08EF8B-A3E3-83BC-0500-3B8A796F0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451134-139B-A08B-6EFE-3C6375FE96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065A4-A21A-A3DD-B16E-2C7D1070C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9137D1-F041-4144-97B0-A47B7B940AB8}" type="datetime1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CD755D-4ECA-7B9D-4C88-171EB96E8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FDACF2-95D4-8769-E71F-8ECDFD782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426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25303-0C4B-6AD2-4288-3A17025BF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FCFA5F-42B1-3462-0AAA-391B2A565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91AC4-3E08-95B4-2698-FC4E72CD1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2627C-50DE-4898-B868-51452812C2C2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14F91-CA2C-60CB-70C9-DCBE90DFA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18CF8-D8A9-D016-DE33-F2EF671F5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850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A08D7D-6CA1-EFA2-86F6-AEF02C3B43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81DBD5-C76D-84FB-C491-4A7111AED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F7C877-B98F-0260-A4D2-8D6C472D9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07A9-E4E9-4FAA-8FFA-3772E04BA1D8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97EC0-574C-1661-EFB5-BC983BFD6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603A-2DF0-661C-DF6A-72D90F45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32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36751" y="0"/>
            <a:ext cx="3155235" cy="1460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4"/>
          <p:cNvPicPr preferRelativeResize="0"/>
          <p:nvPr/>
        </p:nvPicPr>
        <p:blipFill rotWithShape="1">
          <a:blip r:embed="rId3">
            <a:alphaModFix/>
          </a:blip>
          <a:srcRect r="22245" b="31157"/>
          <a:stretch/>
        </p:blipFill>
        <p:spPr>
          <a:xfrm>
            <a:off x="6574467" y="1884001"/>
            <a:ext cx="5617532" cy="497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‹N°›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45031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9BF16C-76B8-7A6A-FFFD-A22D55DF2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42A92-CF2C-6BD7-D884-A43788E5DA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C28A3-AB6B-4598-370E-F5904188FC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CD7B04-E8DB-480D-A35E-01BC6794F995}" type="datetime1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464BF-0838-1B03-35CB-959FEB0069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7C458-A61B-D7F4-F57C-F9B28C5FED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6B96A9-9D0B-42B4-A500-01C2FE6BA2E1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5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8384" y="247667"/>
            <a:ext cx="3155235" cy="1460533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0" y="2014833"/>
            <a:ext cx="12192000" cy="8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3067" noProof="0" dirty="0">
                <a:solidFill>
                  <a:srgbClr val="104085"/>
                </a:solidFill>
                <a:latin typeface="Lato"/>
                <a:ea typeface="Lato"/>
                <a:cs typeface="Lato"/>
                <a:sym typeface="Lato"/>
              </a:rPr>
              <a:t>MECA-H411: Mechanical vibrations</a:t>
            </a:r>
          </a:p>
        </p:txBody>
      </p:sp>
      <p:sp>
        <p:nvSpPr>
          <p:cNvPr id="58" name="Google Shape;58;p13"/>
          <p:cNvSpPr txBox="1"/>
          <p:nvPr/>
        </p:nvSpPr>
        <p:spPr>
          <a:xfrm>
            <a:off x="0" y="3090484"/>
            <a:ext cx="12192000" cy="5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2400" b="1" noProof="0" dirty="0">
                <a:solidFill>
                  <a:srgbClr val="E9530B"/>
                </a:solidFill>
                <a:latin typeface="Lato"/>
                <a:ea typeface="Lato"/>
                <a:cs typeface="Lato"/>
                <a:sym typeface="Lato"/>
              </a:rPr>
              <a:t>Satellite in </a:t>
            </a:r>
            <a:r>
              <a:rPr lang="en-US" sz="2400" b="1" noProof="0" dirty="0" err="1">
                <a:solidFill>
                  <a:srgbClr val="E9530B"/>
                </a:solidFill>
                <a:latin typeface="Lato"/>
                <a:ea typeface="Lato"/>
                <a:cs typeface="Lato"/>
                <a:sym typeface="Lato"/>
              </a:rPr>
              <a:t>microvibrations</a:t>
            </a:r>
            <a:r>
              <a:rPr lang="en-US" sz="2400" b="1" noProof="0" dirty="0">
                <a:solidFill>
                  <a:srgbClr val="E9530B"/>
                </a:solidFill>
                <a:latin typeface="Lato"/>
                <a:ea typeface="Lato"/>
                <a:cs typeface="Lato"/>
                <a:sym typeface="Lato"/>
              </a:rPr>
              <a:t> in orbit</a:t>
            </a:r>
            <a:endParaRPr lang="en-US" sz="2800" noProof="0" dirty="0">
              <a:solidFill>
                <a:srgbClr val="E9530B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56467" y="4379067"/>
            <a:ext cx="2657200" cy="1675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2400" b="1" noProof="0" dirty="0">
                <a:solidFill>
                  <a:srgbClr val="104085"/>
                </a:solidFill>
                <a:latin typeface="Lato"/>
                <a:ea typeface="Lato"/>
                <a:cs typeface="Lato"/>
                <a:sym typeface="Lato"/>
              </a:rPr>
              <a:t>Student</a:t>
            </a:r>
            <a:r>
              <a:rPr lang="en-US" sz="2400" noProof="0" dirty="0">
                <a:solidFill>
                  <a:srgbClr val="104085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br>
              <a:rPr lang="en-US" sz="2400" noProof="0" dirty="0">
                <a:solidFill>
                  <a:srgbClr val="10408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400" noProof="0" dirty="0">
                <a:solidFill>
                  <a:srgbClr val="104085"/>
                </a:solidFill>
                <a:latin typeface="Lato"/>
                <a:ea typeface="Lato"/>
                <a:cs typeface="Lato"/>
                <a:sym typeface="Lato"/>
              </a:rPr>
              <a:t>Maximilien Zarioh</a:t>
            </a:r>
          </a:p>
        </p:txBody>
      </p:sp>
      <p:sp>
        <p:nvSpPr>
          <p:cNvPr id="61" name="Google Shape;61;p13"/>
          <p:cNvSpPr txBox="1"/>
          <p:nvPr/>
        </p:nvSpPr>
        <p:spPr>
          <a:xfrm>
            <a:off x="7292369" y="4379051"/>
            <a:ext cx="4107151" cy="1287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2400" b="1" noProof="0" dirty="0">
                <a:solidFill>
                  <a:srgbClr val="104085"/>
                </a:solidFill>
                <a:latin typeface="Lato"/>
                <a:ea typeface="Lato"/>
                <a:cs typeface="Lato"/>
                <a:sym typeface="Lato"/>
              </a:rPr>
              <a:t>Professors</a:t>
            </a:r>
            <a:r>
              <a:rPr lang="en-US" sz="2400" noProof="0" dirty="0">
                <a:solidFill>
                  <a:srgbClr val="104085"/>
                </a:solidFill>
                <a:latin typeface="Lato"/>
                <a:ea typeface="Lato"/>
                <a:cs typeface="Lato"/>
                <a:sym typeface="Lato"/>
              </a:rPr>
              <a:t>:</a:t>
            </a:r>
          </a:p>
          <a:p>
            <a:r>
              <a:rPr lang="en-US" sz="2400" noProof="0" dirty="0">
                <a:solidFill>
                  <a:srgbClr val="104085"/>
                </a:solidFill>
                <a:latin typeface="Lato"/>
                <a:ea typeface="Lato"/>
                <a:cs typeface="Lato"/>
                <a:sym typeface="Lato"/>
              </a:rPr>
              <a:t>Arnaud </a:t>
            </a:r>
            <a:r>
              <a:rPr lang="en-US" sz="2400" noProof="0" dirty="0" err="1">
                <a:solidFill>
                  <a:srgbClr val="104085"/>
                </a:solidFill>
                <a:latin typeface="Lato"/>
                <a:ea typeface="Lato"/>
                <a:cs typeface="Lato"/>
                <a:sym typeface="Lato"/>
              </a:rPr>
              <a:t>Deraemaeker</a:t>
            </a:r>
            <a:br>
              <a:rPr lang="en-US" sz="2400" noProof="0" dirty="0">
                <a:solidFill>
                  <a:srgbClr val="104085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-US" sz="2400" noProof="0" dirty="0">
                <a:solidFill>
                  <a:srgbClr val="104085"/>
                </a:solidFill>
                <a:latin typeface="Lato"/>
                <a:ea typeface="Lato"/>
                <a:cs typeface="Lato"/>
                <a:sym typeface="Lato"/>
              </a:rPr>
              <a:t>Wout  </a:t>
            </a:r>
            <a:r>
              <a:rPr lang="en-US" sz="2400" noProof="0" dirty="0" err="1">
                <a:solidFill>
                  <a:srgbClr val="104085"/>
                </a:solidFill>
                <a:latin typeface="Lato"/>
                <a:ea typeface="Lato"/>
                <a:cs typeface="Lato"/>
                <a:sym typeface="Lato"/>
              </a:rPr>
              <a:t>Weijtjens</a:t>
            </a:r>
            <a:endParaRPr lang="en-US" sz="2400" noProof="0" dirty="0">
              <a:solidFill>
                <a:srgbClr val="10408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2" name="Google Shape;62;p1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fld id="{00000000-1234-1234-1234-123412341234}" type="slidenum">
              <a:rPr lang="en-US" noProof="0" smtClean="0"/>
              <a:pPr/>
              <a:t>1</a:t>
            </a:fld>
            <a:endParaRPr lang="en-US" noProof="0" dirty="0"/>
          </a:p>
        </p:txBody>
      </p:sp>
      <p:sp>
        <p:nvSpPr>
          <p:cNvPr id="63" name="Google Shape;63;p13"/>
          <p:cNvSpPr txBox="1"/>
          <p:nvPr/>
        </p:nvSpPr>
        <p:spPr>
          <a:xfrm>
            <a:off x="3799239" y="6217623"/>
            <a:ext cx="4593521" cy="534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/>
            <a:r>
              <a:rPr lang="en-US" sz="2400" noProof="0" dirty="0">
                <a:solidFill>
                  <a:srgbClr val="104085"/>
                </a:solidFill>
                <a:latin typeface="Lato"/>
                <a:ea typeface="Lato"/>
                <a:cs typeface="Lato"/>
                <a:sym typeface="Lato"/>
              </a:rPr>
              <a:t>Thursday, 22 January 2026</a:t>
            </a:r>
          </a:p>
        </p:txBody>
      </p:sp>
      <p:sp>
        <p:nvSpPr>
          <p:cNvPr id="65" name="Google Shape;65;p13"/>
          <p:cNvSpPr/>
          <p:nvPr/>
        </p:nvSpPr>
        <p:spPr>
          <a:xfrm>
            <a:off x="8441600" y="0"/>
            <a:ext cx="3750400" cy="1781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2400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44"/>
    </mc:Choice>
    <mc:Fallback xmlns="">
      <p:transition spd="slow" advTm="114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82A5D92-5A59-650C-B90C-AE335FE7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444"/>
          </a:xfrm>
        </p:spPr>
        <p:txBody>
          <a:bodyPr>
            <a:normAutofit fontScale="90000"/>
          </a:bodyPr>
          <a:lstStyle/>
          <a:p>
            <a:r>
              <a:rPr lang="en-US" b="1" noProof="0" dirty="0"/>
              <a:t>Q1.1 &amp; Q1.2: Modal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6B4B79D-B853-BD44-EDDD-89F2D1E3E68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222872"/>
                <a:ext cx="5181600" cy="300760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400" b="1" noProof="0" dirty="0"/>
                  <a:t>Rigid body modes (0Hz)</a:t>
                </a:r>
              </a:p>
              <a:p>
                <a:r>
                  <a:rPr lang="en-US" sz="2000" noProof="0" dirty="0"/>
                  <a:t>3 modes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fr-FR" sz="2000" b="0" i="1" noProof="0" smtClean="0">
                        <a:latin typeface="Cambria Math" panose="02040503050406030204" pitchFamily="18" charset="0"/>
                      </a:rPr>
                      <m:t>,00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endParaRPr lang="en-US" sz="2000" noProof="0" dirty="0"/>
              </a:p>
              <a:p>
                <a:r>
                  <a:rPr lang="en-US" sz="2000" noProof="0" dirty="0"/>
                  <a:t>Free-free boundary conditions (satellite in 				orbit)</a:t>
                </a:r>
              </a:p>
              <a:p>
                <a:r>
                  <a:rPr lang="en-US" sz="2000" noProof="0" dirty="0"/>
                  <a:t>Represent motion without elastic deformation: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1800" noProof="0" dirty="0"/>
                  <a:t>Translation along 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800" noProof="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1800" noProof="0" dirty="0"/>
                  <a:t>Translation along 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1800" b="0" noProof="0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sz="1800" noProof="0" dirty="0"/>
                  <a:t>Rotation around </a:t>
                </a:r>
                <a14:m>
                  <m:oMath xmlns:m="http://schemas.openxmlformats.org/officeDocument/2006/math">
                    <m:r>
                      <a:rPr lang="en-US" sz="1800" b="0" i="1" noProof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lang="en-US" sz="1800" noProof="0" dirty="0"/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6B4B79D-B853-BD44-EDDD-89F2D1E3E6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222872"/>
                <a:ext cx="5181600" cy="3007605"/>
              </a:xfrm>
              <a:blipFill>
                <a:blip r:embed="rId2"/>
                <a:stretch>
                  <a:fillRect l="-1882" t="-36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Espace réservé du contenu 3">
                <a:extLst>
                  <a:ext uri="{FF2B5EF4-FFF2-40B4-BE49-F238E27FC236}">
                    <a16:creationId xmlns:a16="http://schemas.microsoft.com/office/drawing/2014/main" id="{A2866B03-680F-2F1D-7015-9A8B3EE5FF7D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216800"/>
                <a:ext cx="6019800" cy="300760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2400" b="1" noProof="0" dirty="0"/>
                  <a:t>First flexible modes</a:t>
                </a:r>
              </a:p>
              <a:p>
                <a:r>
                  <a:rPr lang="en-US" sz="2000" noProof="0" dirty="0"/>
                  <a:t>Mode 4: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=0,34 </m:t>
                    </m:r>
                    <m:r>
                      <m:rPr>
                        <m:nor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lang="en-US" sz="2000" noProof="0" dirty="0"/>
                  <a:t> (1</a:t>
                </a:r>
                <a:r>
                  <a:rPr lang="en-US" sz="2000" baseline="30000" noProof="0" dirty="0"/>
                  <a:t>st</a:t>
                </a:r>
                <a:r>
                  <a:rPr lang="en-US" sz="2000" noProof="0" dirty="0"/>
                  <a:t>  symmetric bending)</a:t>
                </a:r>
              </a:p>
              <a:p>
                <a:r>
                  <a:rPr lang="en-US" sz="2000" noProof="0" dirty="0"/>
                  <a:t>Mode 5: </a:t>
                </a:r>
                <a14:m>
                  <m:oMath xmlns:m="http://schemas.openxmlformats.org/officeDocument/2006/math">
                    <m:r>
                      <a:rPr lang="en-US" sz="2000" i="1" noProof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noProof="0" smtClean="0">
                        <a:latin typeface="Cambria Math" panose="02040503050406030204" pitchFamily="18" charset="0"/>
                      </a:rPr>
                      <m:t>=0,35 </m:t>
                    </m:r>
                    <m:r>
                      <m:rPr>
                        <m:nor/>
                      </m:rPr>
                      <a:rPr lang="en-US" sz="2000" noProof="0" smtClean="0"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lang="en-US" sz="2000" noProof="0" dirty="0"/>
                  <a:t> (1</a:t>
                </a:r>
                <a:r>
                  <a:rPr lang="en-US" sz="2000" baseline="30000" noProof="0" dirty="0"/>
                  <a:t>st</a:t>
                </a:r>
                <a:r>
                  <a:rPr lang="en-US" sz="2000" noProof="0" dirty="0"/>
                  <a:t>  anti-symmetric bending)</a:t>
                </a:r>
              </a:p>
              <a:p>
                <a:r>
                  <a:rPr lang="en-US" sz="2000" noProof="0" dirty="0"/>
                  <a:t>Mode 6: </a:t>
                </a:r>
                <a14:m>
                  <m:oMath xmlns:m="http://schemas.openxmlformats.org/officeDocument/2006/math">
                    <m:r>
                      <a:rPr lang="en-US" sz="2000" i="1" noProof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 noProof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fr-FR" sz="2000" b="0" i="0" noProof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02 </m:t>
                    </m:r>
                    <m:r>
                      <m:rPr>
                        <m:nor/>
                      </m:rPr>
                      <a:rPr lang="en-US" sz="2000" noProof="0" smtClean="0"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lang="en-US" sz="2000" noProof="0" dirty="0"/>
                  <a:t> (2</a:t>
                </a:r>
                <a:r>
                  <a:rPr lang="en-US" sz="2000" baseline="30000" noProof="0" dirty="0"/>
                  <a:t>nd</a:t>
                </a:r>
                <a:r>
                  <a:rPr lang="en-US" sz="2000" noProof="0" dirty="0"/>
                  <a:t> anti-symmetric bending)</a:t>
                </a:r>
              </a:p>
              <a:p>
                <a:r>
                  <a:rPr lang="en-US" sz="2000" noProof="0" dirty="0"/>
                  <a:t>Mode 7: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fr-FR" sz="20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fr-FR" sz="2000" b="0" i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lang="en-US" sz="2000" dirty="0"/>
                  <a:t> (2</a:t>
                </a:r>
                <a:r>
                  <a:rPr lang="en-US" sz="2000" baseline="30000" dirty="0"/>
                  <a:t>nd</a:t>
                </a:r>
                <a:r>
                  <a:rPr lang="en-US" sz="2000" dirty="0"/>
                  <a:t> symmetric bending)</a:t>
                </a:r>
              </a:p>
              <a:p>
                <a:r>
                  <a:rPr lang="en-US" sz="2000" dirty="0"/>
                  <a:t>Mode 8: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fr-FR" sz="200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fr-FR" sz="2000" b="0" i="0" smtClean="0"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>
                        <a:latin typeface="Cambria Math" panose="02040503050406030204" pitchFamily="18" charset="0"/>
                      </a:rPr>
                      <m:t>Hz</m:t>
                    </m:r>
                  </m:oMath>
                </a14:m>
                <a:r>
                  <a:rPr lang="en-US" sz="2000" dirty="0"/>
                  <a:t> (</a:t>
                </a:r>
                <a:r>
                  <a:rPr lang="en-US" sz="2000"/>
                  <a:t>3</a:t>
                </a:r>
                <a:r>
                  <a:rPr lang="en-US" sz="2000" baseline="30000"/>
                  <a:t>rd</a:t>
                </a:r>
                <a:r>
                  <a:rPr lang="en-US" sz="2000"/>
                  <a:t> anti-symmetric bending</a:t>
                </a:r>
                <a:r>
                  <a:rPr lang="en-US" sz="2000" dirty="0"/>
                  <a:t>)</a:t>
                </a:r>
              </a:p>
            </p:txBody>
          </p:sp>
        </mc:Choice>
        <mc:Fallback>
          <p:sp>
            <p:nvSpPr>
              <p:cNvPr id="4" name="Espace réservé du contenu 3">
                <a:extLst>
                  <a:ext uri="{FF2B5EF4-FFF2-40B4-BE49-F238E27FC236}">
                    <a16:creationId xmlns:a16="http://schemas.microsoft.com/office/drawing/2014/main" id="{A2866B03-680F-2F1D-7015-9A8B3EE5FF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216800"/>
                <a:ext cx="6019800" cy="3007605"/>
              </a:xfrm>
              <a:blipFill>
                <a:blip r:embed="rId3"/>
                <a:stretch>
                  <a:fillRect l="-1621" t="-365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 9" descr="Une image contenant ligne, texte, capture d’écran, Tracé&#10;&#10;Le contenu généré par l’IA peut être incorrect.">
            <a:extLst>
              <a:ext uri="{FF2B5EF4-FFF2-40B4-BE49-F238E27FC236}">
                <a16:creationId xmlns:a16="http://schemas.microsoft.com/office/drawing/2014/main" id="{56482B68-B6E0-1D9F-E392-003980755E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422707"/>
            <a:ext cx="10515600" cy="2070167"/>
          </a:xfrm>
          <a:prstGeom prst="rect">
            <a:avLst/>
          </a:prstGeom>
        </p:spPr>
      </p:pic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A004E9C8-DB35-395E-35EA-5B68AB1CE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noProof="0" smtClean="0"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99348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"/>
    </mc:Choice>
    <mc:Fallback xmlns="">
      <p:transition spd="slow" advTm="32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FB9A-E847-A2B5-292B-04C3554AB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DA6EB6F0-5DD9-62BA-DDA8-708E0E9CD33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659444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b="1" noProof="0" dirty="0"/>
                  <a:t>Q1.3: Frequency response, force excitation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latin typeface="Cambria Math" panose="02040503050406030204" pitchFamily="18" charset="0"/>
                          </a:rPr>
                          <m:t>𝑭</m:t>
                        </m:r>
                      </m:e>
                      <m:sub>
                        <m:r>
                          <a:rPr lang="en-US" b="1" i="1" noProof="0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lang="en-US" b="1" noProof="0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DA6EB6F0-5DD9-62BA-DDA8-708E0E9CD3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659444"/>
              </a:xfrm>
              <a:blipFill>
                <a:blip r:embed="rId3"/>
                <a:stretch>
                  <a:fillRect l="-2087" t="-24074" b="-3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0E613C6-7637-8621-9C86-19B7CF64F11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222872"/>
                <a:ext cx="5334000" cy="52700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noProof="0" dirty="0"/>
                  <a:t>Transfer functions</a:t>
                </a:r>
              </a:p>
              <a:p>
                <a:r>
                  <a:rPr lang="en-US" sz="2000" noProof="0" dirty="0"/>
                  <a:t>Absolute: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</m:oMath>
                </a14:m>
                <a:endParaRPr lang="en-US" sz="2000" noProof="0" dirty="0"/>
              </a:p>
              <a:p>
                <a:r>
                  <a:rPr lang="en-US" sz="2000" noProof="0" dirty="0"/>
                  <a:t>Relative: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</m:oMath>
                </a14:m>
                <a:endParaRPr lang="en-US" sz="2000" noProof="0" dirty="0"/>
              </a:p>
              <a:p>
                <a:pPr marL="0" indent="0">
                  <a:buNone/>
                </a:pPr>
                <a:r>
                  <a:rPr lang="en-US" sz="2400" b="1" noProof="0" dirty="0"/>
                  <a:t>Low-frequency behavior</a:t>
                </a:r>
                <a:endParaRPr lang="en-US" sz="2400" noProof="0" dirty="0"/>
              </a:p>
              <a:p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sz="2000" b="0" noProof="0" dirty="0"/>
              </a:p>
              <a:p>
                <a:pPr lvl="1"/>
                <a:r>
                  <a:rPr lang="en-US" sz="2000" noProof="0" dirty="0"/>
                  <a:t>Mass line behavior (inertia dominates)</a:t>
                </a:r>
              </a:p>
              <a:p>
                <a:pPr lvl="1"/>
                <a:r>
                  <a:rPr lang="en-US" sz="2000" noProof="0" dirty="0"/>
                  <a:t>Constant force</a:t>
                </a:r>
              </a:p>
              <a:p>
                <a:pPr lvl="2">
                  <a:buFont typeface="Wingdings 3" panose="05040102010807070707" pitchFamily="18" charset="2"/>
                  <a:buChar char=""/>
                </a:pPr>
                <a:r>
                  <a:rPr lang="en-US" noProof="0" dirty="0"/>
                  <a:t> Constant acceleration</a:t>
                </a:r>
              </a:p>
              <a:p>
                <a:pPr lvl="3">
                  <a:buFont typeface="Wingdings 3" panose="05040102010807070707" pitchFamily="18" charset="2"/>
                  <a:buChar char=""/>
                </a:pPr>
                <a:r>
                  <a:rPr lang="en-US" sz="2000" noProof="0" dirty="0"/>
                  <a:t> Unbounded displacement</a:t>
                </a:r>
                <a:endParaRPr lang="en-US" sz="3000" noProof="0" dirty="0"/>
              </a:p>
              <a:p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sz="2000" i="1" noProof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fr-FR" sz="2000" b="0" i="1" noProof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noProof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 noProof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noProof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000" i="1" noProof="0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den>
                    </m:f>
                    <m:r>
                      <a:rPr lang="en-US" sz="2000" i="1" noProof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cst</m:t>
                    </m:r>
                  </m:oMath>
                </a14:m>
                <a:endParaRPr lang="en-US" sz="2000" noProof="0" dirty="0"/>
              </a:p>
              <a:p>
                <a:pPr lvl="1"/>
                <a:r>
                  <a:rPr lang="en-US" sz="2000" noProof="0" dirty="0"/>
                  <a:t>Stiffness-dominated region</a:t>
                </a:r>
              </a:p>
              <a:p>
                <a:pPr lvl="1"/>
                <a:r>
                  <a:rPr lang="en-US" sz="2000" noProof="0" dirty="0"/>
                  <a:t>Measures internal panel deformation</a:t>
                </a:r>
              </a:p>
              <a:p>
                <a:pPr lvl="2">
                  <a:buFont typeface="Wingdings 3" panose="05040102010807070707" pitchFamily="18" charset="2"/>
                  <a:buChar char="9"/>
                </a:pPr>
                <a:r>
                  <a:rPr lang="en-US" noProof="0" dirty="0"/>
                  <a:t> Remains finite (elastic strain energy)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0E613C6-7637-8621-9C86-19B7CF64F1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222872"/>
                <a:ext cx="5334000" cy="5270002"/>
              </a:xfrm>
              <a:blipFill>
                <a:blip r:embed="rId4"/>
                <a:stretch>
                  <a:fillRect l="-1829" t="-1505" r="-10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D697E64-2A06-AE08-EC19-56D07A4D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noProof="0" smtClean="0"/>
              <a:t>3</a:t>
            </a:fld>
            <a:endParaRPr lang="en-US" noProof="0" dirty="0"/>
          </a:p>
        </p:txBody>
      </p:sp>
      <p:pic>
        <p:nvPicPr>
          <p:cNvPr id="8" name="Espace réservé du contenu 7" descr="Une image contenant texte, diagramme, ligne, Tracé&#10;&#10;Le contenu généré par l’IA peut être incorrect.">
            <a:extLst>
              <a:ext uri="{FF2B5EF4-FFF2-40B4-BE49-F238E27FC236}">
                <a16:creationId xmlns:a16="http://schemas.microsoft.com/office/drawing/2014/main" id="{7384F159-ECF0-B2D9-4A12-C062B6F6735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277303"/>
            <a:ext cx="5181600" cy="5160643"/>
          </a:xfrm>
        </p:spPr>
      </p:pic>
    </p:spTree>
    <p:extLst>
      <p:ext uri="{BB962C8B-B14F-4D97-AF65-F5344CB8AC3E}">
        <p14:creationId xmlns:p14="http://schemas.microsoft.com/office/powerpoint/2010/main" val="415103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"/>
    </mc:Choice>
    <mc:Fallback xmlns="">
      <p:transition spd="slow" advTm="32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28AB0-74C7-CA21-6C01-75658C93D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6A824A58-5A64-1E06-0849-B179EDEB62F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659444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b="1" noProof="0" dirty="0"/>
                  <a:t>Q1.4: Frequency response, torque excitation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noProof="0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b="1" i="1" noProof="0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endParaRPr lang="en-US" b="1" noProof="0" dirty="0"/>
              </a:p>
            </p:txBody>
          </p:sp>
        </mc:Choice>
        <mc:Fallback xmlns="">
          <p:sp>
            <p:nvSpPr>
              <p:cNvPr id="2" name="Titre 1">
                <a:extLst>
                  <a:ext uri="{FF2B5EF4-FFF2-40B4-BE49-F238E27FC236}">
                    <a16:creationId xmlns:a16="http://schemas.microsoft.com/office/drawing/2014/main" id="{6A824A58-5A64-1E06-0849-B179EDEB62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659444"/>
              </a:xfrm>
              <a:blipFill>
                <a:blip r:embed="rId2"/>
                <a:stretch>
                  <a:fillRect l="-2087" t="-24074" b="-388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8AEE45B-4CF8-9E2F-F621-E0880C7FCB1E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222872"/>
                <a:ext cx="5431971" cy="52700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noProof="0" dirty="0"/>
                  <a:t>Transfer functions of interest</a:t>
                </a:r>
              </a:p>
              <a:p>
                <a:r>
                  <a:rPr lang="en-US" sz="2000" noProof="0" dirty="0"/>
                  <a:t>Tip displacement: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+8</m:t>
                          </m:r>
                          <m:r>
                            <a:rPr lang="fr-FR" sz="2000" b="0" i="1" noProof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fr-FR" sz="2000" b="0" i="1" noProof="0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b="0" noProof="0" dirty="0"/>
              </a:p>
              <a:p>
                <a:pPr lvl="1"/>
                <a:r>
                  <a:rPr lang="en-US" sz="2000" noProof="0" dirty="0"/>
                  <a:t>Total vertical motion of solar panel tip</a:t>
                </a:r>
              </a:p>
              <a:p>
                <a:pPr lvl="1"/>
                <a:r>
                  <a:rPr lang="en-US" sz="2000" noProof="0" dirty="0"/>
                  <a:t>Critical for clearance &amp; fatigue analysis</a:t>
                </a:r>
              </a:p>
              <a:p>
                <a:r>
                  <a:rPr lang="en-US" sz="2000" noProof="0" dirty="0"/>
                  <a:t>Pointing error: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noProof="0" dirty="0"/>
              </a:p>
              <a:p>
                <a:pPr lvl="1"/>
                <a:r>
                  <a:rPr lang="en-US" sz="2000" noProof="0" dirty="0"/>
                  <a:t>Relative angle between antenna and body</a:t>
                </a:r>
              </a:p>
              <a:p>
                <a:pPr lvl="1"/>
                <a:r>
                  <a:rPr lang="en-US" sz="2000" noProof="0" dirty="0"/>
                  <a:t>Critical for communication accuracy</a:t>
                </a:r>
              </a:p>
              <a:p>
                <a:pPr marL="0" indent="0">
                  <a:buNone/>
                </a:pPr>
                <a:r>
                  <a:rPr lang="en-US" sz="2400" b="1" noProof="0" dirty="0"/>
                  <a:t>Physical relevance</a:t>
                </a:r>
              </a:p>
              <a:p>
                <a:r>
                  <a:rPr lang="en-US" sz="2000" noProof="0" dirty="0"/>
                  <a:t>Impact on structural integrity</a:t>
                </a:r>
              </a:p>
              <a:p>
                <a:r>
                  <a:rPr lang="en-US" sz="2000" noProof="0" dirty="0"/>
                  <a:t>Mission performance (pointing accuracy)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88AEE45B-4CF8-9E2F-F621-E0880C7FCB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222872"/>
                <a:ext cx="5431971" cy="5270002"/>
              </a:xfrm>
              <a:blipFill>
                <a:blip r:embed="rId3"/>
                <a:stretch>
                  <a:fillRect l="-1682" t="-1505" r="-89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70F54DE3-6C89-28E2-B096-AFC2BE4E4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noProof="0" smtClean="0"/>
              <a:t>4</a:t>
            </a:fld>
            <a:endParaRPr lang="en-US" noProof="0" dirty="0"/>
          </a:p>
        </p:txBody>
      </p:sp>
      <p:pic>
        <p:nvPicPr>
          <p:cNvPr id="10" name="Espace réservé du contenu 9" descr="Une image contenant texte,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A220EC2E-130B-FF3A-94D6-F0BC406344E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942" y="1222375"/>
            <a:ext cx="4418116" cy="5270500"/>
          </a:xfrm>
        </p:spPr>
      </p:pic>
    </p:spTree>
    <p:extLst>
      <p:ext uri="{BB962C8B-B14F-4D97-AF65-F5344CB8AC3E}">
        <p14:creationId xmlns:p14="http://schemas.microsoft.com/office/powerpoint/2010/main" val="1799126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"/>
    </mc:Choice>
    <mc:Fallback xmlns="">
      <p:transition spd="slow" advTm="32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866A0-C085-A45A-9824-E279D5314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6E6FB0-069D-3C5B-09ED-B02CF37F2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444"/>
          </a:xfrm>
        </p:spPr>
        <p:txBody>
          <a:bodyPr>
            <a:normAutofit fontScale="90000"/>
          </a:bodyPr>
          <a:lstStyle/>
          <a:p>
            <a:r>
              <a:rPr lang="en-US" b="1" noProof="0" dirty="0"/>
              <a:t>Q1.5: Modal truncation and validation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28157D7-9B14-76D7-58BD-CE6563882E6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222872"/>
                <a:ext cx="5431971" cy="52700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noProof="0" dirty="0"/>
                  <a:t>Truncation rule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𝑐𝑢𝑡𝑜𝑓𝑓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=1,5×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=1,5×3=4,5</m:t>
                      </m:r>
                      <m:r>
                        <m:rPr>
                          <m:nor/>
                        </m:rPr>
                        <a:rPr lang="en-US" sz="2000" b="0" i="0" noProof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000" b="0" i="0" noProof="0" smtClean="0">
                          <a:latin typeface="Cambria Math" panose="02040503050406030204" pitchFamily="18" charset="0"/>
                        </a:rPr>
                        <m:t>Hz</m:t>
                      </m:r>
                    </m:oMath>
                  </m:oMathPara>
                </a14:m>
                <a:endParaRPr lang="en-US" sz="2000" b="0" noProof="0" dirty="0"/>
              </a:p>
              <a:p>
                <a:pPr marL="0" indent="0">
                  <a:buNone/>
                </a:pPr>
                <a:r>
                  <a:rPr lang="en-US" sz="2000" b="0" noProof="0" dirty="0">
                    <a:sym typeface="Wingdings 3" panose="05040102010807070707" pitchFamily="18" charset="2"/>
                  </a:rPr>
                  <a:t>	   8 modes retained (3 rigid + 5 flexible)</a:t>
                </a:r>
              </a:p>
              <a:p>
                <a:pPr marL="0" indent="0">
                  <a:buNone/>
                </a:pPr>
                <a:endParaRPr lang="en-US" sz="2000" b="0" noProof="0" dirty="0">
                  <a:sym typeface="Wingdings 3" panose="05040102010807070707" pitchFamily="18" charset="2"/>
                </a:endParaRPr>
              </a:p>
              <a:p>
                <a:pPr marL="0" indent="0">
                  <a:buNone/>
                </a:pPr>
                <a:r>
                  <a:rPr lang="en-US" sz="2400" b="1" noProof="0" dirty="0"/>
                  <a:t>Damping approximation</a:t>
                </a:r>
              </a:p>
              <a:p>
                <a:r>
                  <a:rPr lang="en-US" sz="2000" b="0" noProof="0" dirty="0"/>
                  <a:t>Global loss factor: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=0,02</m:t>
                    </m:r>
                  </m:oMath>
                </a14:m>
                <a:endParaRPr lang="en-US" sz="2000" b="0" noProof="0" dirty="0"/>
              </a:p>
              <a:p>
                <a:r>
                  <a:rPr lang="en-US" sz="2000" noProof="0" dirty="0"/>
                  <a:t>Modal damping ratio: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𝜉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lin"/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𝜂</m:t>
                        </m:r>
                      </m:num>
                      <m:den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=0,01 </m:t>
                    </m:r>
                    <m:d>
                      <m:d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1%</m:t>
                        </m:r>
                      </m:e>
                    </m:d>
                  </m:oMath>
                </a14:m>
                <a:endParaRPr lang="fr-FR" sz="2000" b="0" noProof="0" dirty="0"/>
              </a:p>
              <a:p>
                <a:pPr marL="0" indent="0">
                  <a:buNone/>
                </a:pPr>
                <a:endParaRPr lang="en-US" sz="2000" b="0" noProof="0" dirty="0"/>
              </a:p>
              <a:p>
                <a:pPr marL="0" indent="0">
                  <a:buNone/>
                </a:pPr>
                <a:r>
                  <a:rPr lang="en-US" sz="2400" b="1" noProof="0" dirty="0"/>
                  <a:t>Validation</a:t>
                </a:r>
              </a:p>
              <a:p>
                <a:r>
                  <a:rPr lang="en-US" sz="2000" b="0" noProof="0" dirty="0"/>
                  <a:t>Modal superposition matches full model</a:t>
                </a:r>
              </a:p>
              <a:p>
                <a:r>
                  <a:rPr lang="en-US" sz="2000" b="0" noProof="0" dirty="0"/>
                  <a:t>Excellent agreement near resonances</a:t>
                </a:r>
              </a:p>
              <a:p>
                <a:r>
                  <a:rPr lang="en-US" sz="2000" b="0" noProof="0" dirty="0"/>
                  <a:t>Small differences due to damping model conversion (hysteretic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b="0" noProof="0" dirty="0"/>
                  <a:t> viscous)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28157D7-9B14-76D7-58BD-CE6563882E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222872"/>
                <a:ext cx="5431971" cy="5270002"/>
              </a:xfrm>
              <a:blipFill>
                <a:blip r:embed="rId2"/>
                <a:stretch>
                  <a:fillRect l="-1682" t="-1505" r="-22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58A92996-92E3-E807-320E-1FFE15DF9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noProof="0" smtClean="0"/>
              <a:t>5</a:t>
            </a:fld>
            <a:endParaRPr lang="en-US" noProof="0" dirty="0"/>
          </a:p>
        </p:txBody>
      </p:sp>
      <p:pic>
        <p:nvPicPr>
          <p:cNvPr id="9" name="Espace réservé du contenu 8" descr="Une image contenant texte,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798CA831-CED6-3497-1E2A-865C4EF189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6173" y="1222375"/>
            <a:ext cx="4413653" cy="5270500"/>
          </a:xfrm>
        </p:spPr>
      </p:pic>
    </p:spTree>
    <p:extLst>
      <p:ext uri="{BB962C8B-B14F-4D97-AF65-F5344CB8AC3E}">
        <p14:creationId xmlns:p14="http://schemas.microsoft.com/office/powerpoint/2010/main" val="6583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"/>
    </mc:Choice>
    <mc:Fallback xmlns="">
      <p:transition spd="slow" advTm="32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77240-4FBB-F9C6-B73B-180466F65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D2864F0-262B-A4D0-A8DA-2FC34D06C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444"/>
          </a:xfrm>
        </p:spPr>
        <p:txBody>
          <a:bodyPr>
            <a:normAutofit fontScale="90000"/>
          </a:bodyPr>
          <a:lstStyle/>
          <a:p>
            <a:r>
              <a:rPr lang="en-US" b="1" noProof="0" dirty="0"/>
              <a:t>Q2.1 &amp; Q2.2: TMD design strategy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560D66C-768A-30F1-3A08-9229CFB8DEDF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222872"/>
                <a:ext cx="6320247" cy="52700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noProof="0" dirty="0"/>
                  <a:t>Target mode identification</a:t>
                </a:r>
              </a:p>
              <a:p>
                <a:r>
                  <a:rPr lang="en-US" sz="2000" noProof="0" dirty="0"/>
                  <a:t>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noProof="0" dirty="0"/>
                  <a:t> excitation: Mode 4 (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0,3</m:t>
                    </m:r>
                    <m:r>
                      <m:rPr>
                        <m:nor/>
                      </m:rPr>
                      <a:rPr lang="fr-FR" sz="2000" b="0" i="0" noProof="0" smtClean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nor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Hz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noProof="0" dirty="0"/>
                  <a:t>dominates</a:t>
                </a:r>
              </a:p>
              <a:p>
                <a:r>
                  <a:rPr lang="en-US" sz="2000" noProof="0" dirty="0"/>
                  <a:t>First symmetric bending mode of solar arrays</a:t>
                </a:r>
              </a:p>
              <a:p>
                <a:pPr marL="0" indent="0">
                  <a:buNone/>
                </a:pPr>
                <a:r>
                  <a:rPr lang="en-US" sz="2400" b="1" noProof="0" dirty="0"/>
                  <a:t>Den Hartog optimal tuning</a:t>
                </a:r>
              </a:p>
              <a:p>
                <a:r>
                  <a:rPr lang="en-US" sz="2000" noProof="0" dirty="0"/>
                  <a:t>Design parameters</a:t>
                </a:r>
              </a:p>
              <a:p>
                <a:pPr lvl="1"/>
                <a:r>
                  <a:rPr lang="en-US" sz="2000" noProof="0" dirty="0"/>
                  <a:t>Mass constraint: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𝑇𝑀𝐷</m:t>
                        </m:r>
                      </m:sub>
                    </m:sSub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3%</m:t>
                    </m:r>
                  </m:oMath>
                </a14:m>
                <a:r>
                  <a:rPr lang="en-US" sz="2000" noProof="0" dirty="0"/>
                  <a:t> of solar array mass</a:t>
                </a:r>
              </a:p>
              <a:p>
                <a:pPr lvl="1"/>
                <a:r>
                  <a:rPr lang="en-US" sz="2000" noProof="0" dirty="0"/>
                  <a:t>2 symmetric TMDs (one per solar array)</a:t>
                </a:r>
              </a:p>
              <a:p>
                <a:pPr lvl="1"/>
                <a:r>
                  <a:rPr lang="en-US" sz="2000" noProof="0" dirty="0"/>
                  <a:t>Effective mass ratio: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𝑇𝑀𝐷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𝑒𝑓𝑓</m:t>
                            </m:r>
                          </m:sub>
                        </m:sSub>
                      </m:den>
                    </m:f>
                  </m:oMath>
                </a14:m>
                <a:endParaRPr lang="en-US" sz="2000" b="0" noProof="0" dirty="0"/>
              </a:p>
              <a:p>
                <a:r>
                  <a:rPr lang="en-US" sz="2000" noProof="0" dirty="0"/>
                  <a:t>Den Hartog formulas</a:t>
                </a:r>
              </a:p>
              <a:p>
                <a:pPr lvl="1"/>
                <a:r>
                  <a:rPr lang="en-US" sz="2000" b="0" noProof="0" dirty="0"/>
                  <a:t>Frequency tuning: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endParaRPr lang="en-US" sz="2000" i="1" noProof="0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:endParaRPr lang="en-US" sz="200" b="0" i="1" noProof="0" dirty="0">
                  <a:latin typeface="Cambria Math" panose="02040503050406030204" pitchFamily="18" charset="0"/>
                </a:endParaRPr>
              </a:p>
              <a:p>
                <a:pPr lvl="1"/>
                <a:r>
                  <a:rPr lang="en-US" sz="2000" noProof="0" dirty="0"/>
                  <a:t>Damping tuning: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𝑜𝑝𝑡</m:t>
                        </m:r>
                      </m:sub>
                    </m:sSub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fr-FR" sz="2000" b="0" i="1" noProof="0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(1+</m:t>
                            </m:r>
                            <m:r>
                              <a:rPr lang="en-US" sz="2000" b="0" i="1" noProof="0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  <m:r>
                              <a:rPr lang="fr-FR" sz="2000" b="0" i="1" noProof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rad>
                  </m:oMath>
                </a14:m>
                <a:endParaRPr lang="en-US" sz="2000" b="0" noProof="0" dirty="0"/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F560D66C-768A-30F1-3A08-9229CFB8DE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222872"/>
                <a:ext cx="6320247" cy="5270002"/>
              </a:xfrm>
              <a:blipFill>
                <a:blip r:embed="rId2"/>
                <a:stretch>
                  <a:fillRect l="-1446" t="-15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1D941FCD-FBA4-8425-BCCB-3C080F835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noProof="0" smtClean="0"/>
              <a:t>6</a:t>
            </a:fld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Espace réservé du contenu 6">
                <a:extLst>
                  <a:ext uri="{FF2B5EF4-FFF2-40B4-BE49-F238E27FC236}">
                    <a16:creationId xmlns:a16="http://schemas.microsoft.com/office/drawing/2014/main" id="{D854399C-74C2-822E-B2A6-9532ABEC7DAD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412881521"/>
                  </p:ext>
                </p:extLst>
              </p:nvPr>
            </p:nvGraphicFramePr>
            <p:xfrm>
              <a:off x="7323910" y="1919761"/>
              <a:ext cx="4029890" cy="24384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014945">
                      <a:extLst>
                        <a:ext uri="{9D8B030D-6E8A-4147-A177-3AD203B41FA5}">
                          <a16:colId xmlns:a16="http://schemas.microsoft.com/office/drawing/2014/main" val="3199159153"/>
                        </a:ext>
                      </a:extLst>
                    </a:gridCol>
                    <a:gridCol w="2014945">
                      <a:extLst>
                        <a:ext uri="{9D8B030D-6E8A-4147-A177-3AD203B41FA5}">
                          <a16:colId xmlns:a16="http://schemas.microsoft.com/office/drawing/2014/main" val="17591877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noProof="0" dirty="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noProof="0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45163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noProof="0" dirty="0"/>
                            <a:t>Target mode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noProof="0" dirty="0"/>
                            <a:t>Mode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3298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noProof="0" dirty="0"/>
                            <a:t>Target frequency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000" b="0" noProof="0" smtClean="0">
                                  <a:latin typeface="Cambria Math" panose="02040503050406030204" pitchFamily="18" charset="0"/>
                                </a:rPr>
                                <m:t>0,3</m:t>
                              </m:r>
                              <m:r>
                                <m:rPr>
                                  <m:nor/>
                                </m:rPr>
                                <a:rPr lang="fr-FR" sz="2000" b="0" i="0" noProof="0" smtClean="0"/>
                                <m:t>4</m:t>
                              </m:r>
                              <m:r>
                                <m:rPr>
                                  <m:nor/>
                                </m:rPr>
                                <a:rPr lang="en-US" sz="2000" b="0" noProof="0" smtClean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 b="0" noProof="0" smtClean="0"/>
                                <m:t>Hz</m:t>
                              </m:r>
                            </m:oMath>
                          </a14:m>
                          <a:r>
                            <a:rPr lang="en-US" sz="2000" noProof="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769908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noProof="0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2000" b="0" noProof="0" smtClean="0">
                                      <a:latin typeface="Cambria Math" panose="02040503050406030204" pitchFamily="18" charset="0"/>
                                    </a:rPr>
                                    <m:t>𝑇𝑀𝐷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noProof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000" b="0" noProof="0" smtClean="0">
                                  <a:latin typeface="Cambria Math" panose="02040503050406030204" pitchFamily="18" charset="0"/>
                                </a:rPr>
                                <m:t>0,686</m:t>
                              </m:r>
                              <m:r>
                                <m:rPr>
                                  <m:nor/>
                                </m:rPr>
                                <a:rPr lang="en-US" sz="2000" b="0" noProof="0" smtClean="0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 b="0" noProof="0" smtClean="0"/>
                                <m:t>kg</m:t>
                              </m:r>
                            </m:oMath>
                          </a14:m>
                          <a:r>
                            <a:rPr lang="en-US" sz="2000" noProof="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489743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noProof="0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b="0" noProof="0" smtClean="0">
                                      <a:latin typeface="Cambria Math" panose="02040503050406030204" pitchFamily="18" charset="0"/>
                                    </a:rPr>
                                    <m:t>𝑇𝑀𝐷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noProof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000" b="0" noProof="0" smtClean="0">
                                  <a:latin typeface="Cambria Math" panose="02040503050406030204" pitchFamily="18" charset="0"/>
                                </a:rPr>
                                <m:t>2,</m:t>
                              </m:r>
                              <m:r>
                                <a:rPr lang="fr-FR" sz="2000" b="0" i="0" noProof="0" smtClean="0">
                                  <a:latin typeface="Cambria Math" panose="02040503050406030204" pitchFamily="18" charset="0"/>
                                </a:rPr>
                                <m:t>447</m:t>
                              </m:r>
                              <m:r>
                                <a:rPr lang="en-US" sz="2000" b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 b="0" noProof="0" smtClean="0"/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sz="2000" b="0" noProof="0" smtClean="0"/>
                                <m:t>/</m:t>
                              </m:r>
                              <m:r>
                                <m:rPr>
                                  <m:nor/>
                                </m:rPr>
                                <a:rPr lang="en-US" sz="2000" b="0" noProof="0" smtClean="0"/>
                                <m:t>m</m:t>
                              </m:r>
                            </m:oMath>
                          </a14:m>
                          <a:r>
                            <a:rPr lang="en-US" sz="2000" noProof="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23857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noProof="0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US" sz="2000" b="0" noProof="0" smtClean="0">
                                      <a:latin typeface="Cambria Math" panose="02040503050406030204" pitchFamily="18" charset="0"/>
                                    </a:rPr>
                                    <m:t>𝑇𝑀𝐷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000" noProof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2000" b="0" noProof="0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r>
                                <a:rPr lang="fr-FR" sz="2000" b="0" i="0" noProof="0" smtClean="0">
                                  <a:latin typeface="Cambria Math" panose="02040503050406030204" pitchFamily="18" charset="0"/>
                                </a:rPr>
                                <m:t>520</m:t>
                              </m:r>
                              <m:r>
                                <a:rPr lang="en-US" sz="2000" b="0" noProof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000" b="0" noProof="0" smtClean="0"/>
                                <m:t>Ns</m:t>
                              </m:r>
                              <m:r>
                                <m:rPr>
                                  <m:nor/>
                                </m:rPr>
                                <a:rPr lang="en-US" sz="2000" b="0" noProof="0" smtClean="0"/>
                                <m:t>/</m:t>
                              </m:r>
                              <m:r>
                                <m:rPr>
                                  <m:nor/>
                                </m:rPr>
                                <a:rPr lang="en-US" sz="2000" b="0" noProof="0" smtClean="0"/>
                                <m:t>m</m:t>
                              </m:r>
                            </m:oMath>
                          </a14:m>
                          <a:r>
                            <a:rPr lang="en-US" sz="2000" noProof="0" dirty="0"/>
                            <a:t> 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72701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Espace réservé du contenu 6">
                <a:extLst>
                  <a:ext uri="{FF2B5EF4-FFF2-40B4-BE49-F238E27FC236}">
                    <a16:creationId xmlns:a16="http://schemas.microsoft.com/office/drawing/2014/main" id="{D854399C-74C2-822E-B2A6-9532ABEC7DAD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412881521"/>
                  </p:ext>
                </p:extLst>
              </p:nvPr>
            </p:nvGraphicFramePr>
            <p:xfrm>
              <a:off x="7323910" y="1919761"/>
              <a:ext cx="4029890" cy="2438400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014945">
                      <a:extLst>
                        <a:ext uri="{9D8B030D-6E8A-4147-A177-3AD203B41FA5}">
                          <a16:colId xmlns:a16="http://schemas.microsoft.com/office/drawing/2014/main" val="3199159153"/>
                        </a:ext>
                      </a:extLst>
                    </a:gridCol>
                    <a:gridCol w="2014945">
                      <a:extLst>
                        <a:ext uri="{9D8B030D-6E8A-4147-A177-3AD203B41FA5}">
                          <a16:colId xmlns:a16="http://schemas.microsoft.com/office/drawing/2014/main" val="175918773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noProof="0" dirty="0"/>
                            <a:t>Parameter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noProof="0" dirty="0"/>
                            <a:t>Value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451637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noProof="0" dirty="0"/>
                            <a:t>Target mode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noProof="0" dirty="0"/>
                            <a:t>Mode 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532985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noProof="0" dirty="0"/>
                            <a:t>Target frequency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02" t="-222727" r="-1208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6990888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2" t="-327692" r="-101208" b="-2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02" t="-327692" r="-1208" b="-2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489743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2" t="-427692" r="-101208" b="-10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02" t="-427692" r="-1208" b="-10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22385734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2" t="-527692" r="-101208" b="-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302" t="-527692" r="-1208" b="-46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72701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410DC172-2CBF-B9D8-2241-0E7F5D1DA897}"/>
              </a:ext>
            </a:extLst>
          </p:cNvPr>
          <p:cNvSpPr/>
          <p:nvPr/>
        </p:nvSpPr>
        <p:spPr>
          <a:xfrm>
            <a:off x="7323910" y="4358161"/>
            <a:ext cx="4029890" cy="1102998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noProof="0" dirty="0"/>
              <a:t>TMD frequency tuned slightly below target to account for mass loading effect</a:t>
            </a:r>
          </a:p>
        </p:txBody>
      </p:sp>
    </p:spTree>
    <p:extLst>
      <p:ext uri="{BB962C8B-B14F-4D97-AF65-F5344CB8AC3E}">
        <p14:creationId xmlns:p14="http://schemas.microsoft.com/office/powerpoint/2010/main" val="340804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"/>
    </mc:Choice>
    <mc:Fallback xmlns="">
      <p:transition spd="slow" advTm="32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92330-CCC5-E16B-F61E-507A3F26B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6C13F5-1061-E11C-EFAD-3FB29D016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444"/>
          </a:xfrm>
        </p:spPr>
        <p:txBody>
          <a:bodyPr>
            <a:normAutofit fontScale="90000"/>
          </a:bodyPr>
          <a:lstStyle/>
          <a:p>
            <a:r>
              <a:rPr lang="en-US" b="1" noProof="0" dirty="0"/>
              <a:t>Q2.3: TMD efficiency, frequency domain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770651D-CC45-0AC1-CFED-57035F51450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222872"/>
                <a:ext cx="5458098" cy="52700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noProof="0" dirty="0"/>
                  <a:t>Key observations</a:t>
                </a:r>
              </a:p>
              <a:p>
                <a:r>
                  <a:rPr lang="en-US" sz="2000" noProof="0" dirty="0"/>
                  <a:t>Peak splitting</a:t>
                </a:r>
              </a:p>
              <a:p>
                <a:pPr lvl="1"/>
                <a:r>
                  <a:rPr lang="en-US" sz="2000" noProof="0" dirty="0"/>
                  <a:t>original resonance peak splits into 2 equal smaller peaks</a:t>
                </a:r>
              </a:p>
              <a:p>
                <a:pPr lvl="2">
                  <a:buFont typeface="Wingdings 3" panose="05040102010807070707" pitchFamily="18" charset="2"/>
                  <a:buChar char="9"/>
                </a:pPr>
                <a:r>
                  <a:rPr lang="en-US" noProof="0" dirty="0"/>
                  <a:t> confirms correct Den Hartog tuning</a:t>
                </a:r>
                <a:endParaRPr lang="en-US" sz="400" noProof="0" dirty="0"/>
              </a:p>
              <a:p>
                <a:pPr marL="0" indent="0">
                  <a:buNone/>
                </a:pPr>
                <a:r>
                  <a:rPr lang="en-US" sz="2400" b="1" noProof="0" dirty="0"/>
                  <a:t>Effectiveness</a:t>
                </a:r>
              </a:p>
              <a:p>
                <a:r>
                  <a:rPr lang="en-US" sz="2000" noProof="0" dirty="0"/>
                  <a:t>Force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noProof="0" dirty="0"/>
                  <a:t>: target mode 4 (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0,3</m:t>
                    </m:r>
                    <m:r>
                      <a:rPr lang="fr-FR" sz="2000" b="0" i="1" noProof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Hz</m:t>
                    </m:r>
                    <m:r>
                      <m:rPr>
                        <m:nor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noProof="0" dirty="0"/>
              </a:p>
              <a:p>
                <a:pPr lvl="1">
                  <a:buFont typeface="Wingdings 3" panose="05040102010807070707" pitchFamily="18" charset="2"/>
                  <a:buChar char="9"/>
                </a:pPr>
                <a:r>
                  <a:rPr lang="en-US" sz="2000" noProof="0" dirty="0"/>
                  <a:t> Massive amplitude reduction</a:t>
                </a:r>
                <a:endParaRPr lang="en-US" sz="2400" b="1" noProof="0" dirty="0"/>
              </a:p>
              <a:p>
                <a:r>
                  <a:rPr lang="en-US" sz="2000" noProof="0" dirty="0"/>
                  <a:t>Torque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2000" noProof="0" dirty="0"/>
                  <a:t>: also effective</a:t>
                </a:r>
              </a:p>
              <a:p>
                <a:pPr lvl="1">
                  <a:buFont typeface="Wingdings 3" panose="05040102010807070707" pitchFamily="18" charset="2"/>
                  <a:buChar char="9"/>
                </a:pPr>
                <a:r>
                  <a:rPr lang="en-US" sz="2000" noProof="0" dirty="0"/>
                  <a:t> TMD covers both modes</a:t>
                </a:r>
              </a:p>
              <a:p>
                <a:pPr marL="0" indent="0">
                  <a:buNone/>
                </a:pPr>
                <a:endParaRPr lang="en-US" sz="2000" noProof="0" dirty="0"/>
              </a:p>
              <a:p>
                <a:pPr marL="0" indent="0">
                  <a:buNone/>
                </a:pPr>
                <a:r>
                  <a:rPr lang="en-US" sz="2000" i="1" noProof="0" dirty="0"/>
                  <a:t>The narrow frequency separation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=0,01 </m:t>
                    </m:r>
                    <m:r>
                      <m:rPr>
                        <m:nor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Hz</m:t>
                    </m:r>
                    <m:r>
                      <m:rPr>
                        <m:nor/>
                      </m:rPr>
                      <a:rPr lang="en-US" sz="2000" b="0" i="0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i="1" noProof="0" dirty="0"/>
                  <a:t> allows one TMD design to damp both loading cases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6770651D-CC45-0AC1-CFED-57035F5145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222872"/>
                <a:ext cx="5458098" cy="5270002"/>
              </a:xfrm>
              <a:blipFill>
                <a:blip r:embed="rId2"/>
                <a:stretch>
                  <a:fillRect l="-1674" t="-1505" r="-11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A8E2CFA6-438B-D0B8-CCBE-48E118A0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noProof="0" smtClean="0"/>
              <a:t>7</a:t>
            </a:fld>
            <a:endParaRPr lang="en-US" noProof="0" dirty="0"/>
          </a:p>
        </p:txBody>
      </p:sp>
      <p:pic>
        <p:nvPicPr>
          <p:cNvPr id="10" name="Espace réservé du contenu 9" descr="Une image contenant texte, Tracé, diagramme, ligne&#10;&#10;Le contenu généré par l’IA peut être incorrect.">
            <a:extLst>
              <a:ext uri="{FF2B5EF4-FFF2-40B4-BE49-F238E27FC236}">
                <a16:creationId xmlns:a16="http://schemas.microsoft.com/office/drawing/2014/main" id="{65CF1AAD-36B6-73C0-4B19-B8C1354A5AA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297" y="1277551"/>
            <a:ext cx="5181600" cy="5160643"/>
          </a:xfrm>
        </p:spPr>
      </p:pic>
    </p:spTree>
    <p:extLst>
      <p:ext uri="{BB962C8B-B14F-4D97-AF65-F5344CB8AC3E}">
        <p14:creationId xmlns:p14="http://schemas.microsoft.com/office/powerpoint/2010/main" val="86959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"/>
    </mc:Choice>
    <mc:Fallback xmlns="">
      <p:transition spd="slow" advTm="32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3F581-DF9B-AD43-6819-7B37464F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D64F74-046A-C2D8-31EE-784FE38F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444"/>
          </a:xfrm>
        </p:spPr>
        <p:txBody>
          <a:bodyPr>
            <a:normAutofit fontScale="90000"/>
          </a:bodyPr>
          <a:lstStyle/>
          <a:p>
            <a:r>
              <a:rPr lang="en-US" b="1" noProof="0" dirty="0"/>
              <a:t>Q2.4: Equivalent damping estimation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94D87DE-C20D-AB59-08F5-DF3F06DA28D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222872"/>
                <a:ext cx="5181600" cy="52700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noProof="0" dirty="0"/>
                  <a:t>Concept</a:t>
                </a:r>
              </a:p>
              <a:p>
                <a:pPr marL="0" indent="0">
                  <a:buNone/>
                </a:pPr>
                <a:r>
                  <a:rPr lang="en-US" sz="2000" noProof="0" dirty="0"/>
                  <a:t>What damping ratio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𝑒𝑞𝑢𝑖𝑣</m:t>
                        </m:r>
                      </m:sub>
                    </m:sSub>
                  </m:oMath>
                </a14:m>
                <a:r>
                  <a:rPr lang="en-US" sz="2000" noProof="0" dirty="0"/>
                  <a:t>would produce the same peak reduction as TMD?</a:t>
                </a:r>
              </a:p>
              <a:p>
                <a:pPr marL="0" indent="0">
                  <a:buNone/>
                </a:pPr>
                <a:endParaRPr lang="en-US" sz="2000" noProof="0" dirty="0"/>
              </a:p>
              <a:p>
                <a:pPr marL="0" indent="0">
                  <a:buNone/>
                </a:pPr>
                <a:r>
                  <a:rPr lang="en-US" sz="2400" b="1" noProof="0" dirty="0"/>
                  <a:t>Method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𝑒𝑞𝑢𝑖𝑣</m:t>
                          </m:r>
                        </m:sub>
                      </m:sSub>
                      <m:r>
                        <a:rPr lang="en-US" sz="200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𝑝𝑒𝑎𝑘</m:t>
                              </m:r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𝑜𝑟𝑖𝑔𝑖𝑛𝑎𝑙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𝑝𝑒𝑎𝑘</m:t>
                              </m:r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𝑇𝑀𝐷</m:t>
                              </m:r>
                            </m:sub>
                          </m:sSub>
                        </m:den>
                      </m:f>
                      <m:r>
                        <a:rPr lang="en-US" sz="2000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𝑜𝑟𝑖𝑔𝑖𝑛𝑎𝑙</m:t>
                          </m:r>
                        </m:sub>
                      </m:sSub>
                    </m:oMath>
                  </m:oMathPara>
                </a14:m>
                <a:endParaRPr lang="en-US" sz="2000" noProof="0" dirty="0"/>
              </a:p>
              <a:p>
                <a:pPr marL="0" indent="0">
                  <a:buNone/>
                </a:pPr>
                <a:endParaRPr lang="en-US" sz="2000" noProof="0" dirty="0"/>
              </a:p>
              <a:p>
                <a:pPr marL="0" indent="0">
                  <a:buNone/>
                </a:pPr>
                <a:r>
                  <a:rPr lang="en-US" sz="2400" b="1" noProof="0" dirty="0"/>
                  <a:t>Results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594D87DE-C20D-AB59-08F5-DF3F06DA28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222872"/>
                <a:ext cx="5181600" cy="5270002"/>
              </a:xfrm>
              <a:blipFill>
                <a:blip r:embed="rId2"/>
                <a:stretch>
                  <a:fillRect l="-1882" t="-15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Espace réservé du contenu 3">
                <a:extLst>
                  <a:ext uri="{FF2B5EF4-FFF2-40B4-BE49-F238E27FC236}">
                    <a16:creationId xmlns:a16="http://schemas.microsoft.com/office/drawing/2014/main" id="{8CE98210-B845-A786-F1F4-9C68576CF22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548846" y="1216800"/>
                <a:ext cx="5070566" cy="49053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noProof="0" dirty="0"/>
                  <a:t>Physical interpretation</a:t>
                </a:r>
                <a:endParaRPr lang="en-US" sz="2000" b="1" noProof="0" dirty="0"/>
              </a:p>
              <a:p>
                <a:r>
                  <a:rPr lang="en-US" sz="2000" noProof="0" dirty="0"/>
                  <a:t>TMD acts as a massive increase in structural damping</a:t>
                </a:r>
              </a:p>
              <a:p>
                <a:pPr marL="0" indent="0">
                  <a:buNone/>
                </a:pPr>
                <a:endParaRPr lang="en-US" sz="2000" noProof="0" dirty="0"/>
              </a:p>
              <a:p>
                <a:r>
                  <a:rPr lang="en-US" sz="2000" noProof="0" dirty="0"/>
                  <a:t>From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1%</m:t>
                    </m:r>
                  </m:oMath>
                </a14:m>
                <a:r>
                  <a:rPr lang="en-US" sz="2000" noProof="0" dirty="0"/>
                  <a:t> to </a:t>
                </a:r>
                <a14:m>
                  <m:oMath xmlns:m="http://schemas.openxmlformats.org/officeDocument/2006/math">
                    <m:r>
                      <a:rPr lang="en-US" sz="200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</m:t>
                    </m:r>
                    <m:r>
                      <a:rPr lang="en-US" sz="2000" b="0" i="1" noProof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10%</m:t>
                    </m:r>
                  </m:oMath>
                </a14:m>
                <a:endParaRPr lang="en-US" sz="2000" noProof="0" dirty="0"/>
              </a:p>
              <a:p>
                <a:pPr lvl="1"/>
                <a:r>
                  <a:rPr lang="en-US" sz="2000" noProof="0" dirty="0"/>
                  <a:t>10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000" noProof="0" dirty="0"/>
                  <a:t> improvement in effective damping at tuned frequency</a:t>
                </a:r>
              </a:p>
              <a:p>
                <a:pPr marL="457200" lvl="1" indent="0">
                  <a:buNone/>
                </a:pPr>
                <a:endParaRPr lang="en-US" sz="2000" noProof="0" dirty="0"/>
              </a:p>
              <a:p>
                <a:r>
                  <a:rPr lang="en-US" sz="2000" noProof="0" dirty="0"/>
                  <a:t>The TMD is an efficient energy dissipation device that creates a “notch” in the FRF.</a:t>
                </a:r>
              </a:p>
            </p:txBody>
          </p:sp>
        </mc:Choice>
        <mc:Fallback xmlns="">
          <p:sp>
            <p:nvSpPr>
              <p:cNvPr id="4" name="Espace réservé du contenu 3">
                <a:extLst>
                  <a:ext uri="{FF2B5EF4-FFF2-40B4-BE49-F238E27FC236}">
                    <a16:creationId xmlns:a16="http://schemas.microsoft.com/office/drawing/2014/main" id="{8CE98210-B845-A786-F1F4-9C68576CF2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548846" y="1216800"/>
                <a:ext cx="5070566" cy="4905326"/>
              </a:xfrm>
              <a:blipFill>
                <a:blip r:embed="rId3"/>
                <a:stretch>
                  <a:fillRect l="-1803" t="-16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DFD7B8A4-F96A-F3A6-1780-ECC35899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noProof="0" smtClean="0"/>
              <a:t>8</a:t>
            </a:fld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au 4">
                <a:extLst>
                  <a:ext uri="{FF2B5EF4-FFF2-40B4-BE49-F238E27FC236}">
                    <a16:creationId xmlns:a16="http://schemas.microsoft.com/office/drawing/2014/main" id="{1B748A43-B5AD-0BB6-4D1C-37F22361D1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5904049"/>
                  </p:ext>
                </p:extLst>
              </p:nvPr>
            </p:nvGraphicFramePr>
            <p:xfrm>
              <a:off x="949234" y="4781984"/>
              <a:ext cx="5070566" cy="1133475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222100">
                      <a:extLst>
                        <a:ext uri="{9D8B030D-6E8A-4147-A177-3AD203B41FA5}">
                          <a16:colId xmlns:a16="http://schemas.microsoft.com/office/drawing/2014/main" val="2487293003"/>
                        </a:ext>
                      </a:extLst>
                    </a:gridCol>
                    <a:gridCol w="1424233">
                      <a:extLst>
                        <a:ext uri="{9D8B030D-6E8A-4147-A177-3AD203B41FA5}">
                          <a16:colId xmlns:a16="http://schemas.microsoft.com/office/drawing/2014/main" val="2515546679"/>
                        </a:ext>
                      </a:extLst>
                    </a:gridCol>
                    <a:gridCol w="1424233">
                      <a:extLst>
                        <a:ext uri="{9D8B030D-6E8A-4147-A177-3AD203B41FA5}">
                          <a16:colId xmlns:a16="http://schemas.microsoft.com/office/drawing/2014/main" val="417120022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noProof="0" dirty="0"/>
                            <a:t>Transfer 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noProof="0" smtClean="0">
                                        <a:latin typeface="Cambria Math" panose="02040503050406030204" pitchFamily="18" charset="0"/>
                                      </a:rPr>
                                      <m:t>𝝃</m:t>
                                    </m:r>
                                  </m:e>
                                  <m:sub>
                                    <m:r>
                                      <a:rPr lang="en-US" b="1" noProof="0" smtClean="0">
                                        <a:latin typeface="Cambria Math" panose="02040503050406030204" pitchFamily="18" charset="0"/>
                                      </a:rPr>
                                      <m:t>𝒐𝒓𝒊𝒈𝒊𝒏𝒂𝒍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noProof="0" smtClean="0">
                                        <a:latin typeface="Cambria Math" panose="02040503050406030204" pitchFamily="18" charset="0"/>
                                      </a:rPr>
                                      <m:t>𝝃</m:t>
                                    </m:r>
                                  </m:e>
                                  <m:sub>
                                    <m:r>
                                      <a:rPr lang="en-US" b="1" noProof="0" smtClean="0">
                                        <a:latin typeface="Cambria Math" panose="02040503050406030204" pitchFamily="18" charset="0"/>
                                      </a:rPr>
                                      <m:t>𝒆𝒒𝒖𝒊𝒗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73279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type m:val="lin"/>
                                  <m:ctrlPr>
                                    <a:rPr lang="en-US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noProof="0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noProof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b="0" noProof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noProof="0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noProof="0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noProof="0" smtClean="0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  <m:sub>
                                      <m:r>
                                        <a:rPr lang="en-US" b="0" noProof="0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noProof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noProof="0" smtClean="0">
                                    <a:latin typeface="Cambria Math" panose="02040503050406030204" pitchFamily="18" charset="0"/>
                                  </a:rPr>
                                  <m:t>1%</m:t>
                                </m:r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b="0" noProof="0" smtClean="0">
                                    <a:latin typeface="Cambria Math" panose="02040503050406030204" pitchFamily="18" charset="0"/>
                                  </a:rPr>
                                  <m:t>10%</m:t>
                                </m:r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40672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f>
                                <m:fPr>
                                  <m:type m:val="lin"/>
                                  <m:ctrlPr>
                                    <a:rPr lang="en-US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d>
                                    <m:dPr>
                                      <m:ctrlP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noProof="0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b="0" noProof="0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fr-FR" b="0" i="0" noProof="0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b="0" noProof="0" smtClean="0">
                                          <a:latin typeface="Cambria Math" panose="02040503050406030204" pitchFamily="18" charset="0"/>
                                        </a:rPr>
                                        <m:t>8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fr-FR" b="0" i="0" noProof="0" smtClean="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  <m:r>
                                        <a:rPr lang="fr-FR" b="0" i="1" noProof="0" smtClean="0">
                                          <a:latin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b="0" i="1" noProof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noProof="0" smtClean="0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b="0" noProof="0" smtClean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e>
                                  </m:d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noProof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noProof="0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  <m:sub>
                                      <m:r>
                                        <a:rPr lang="en-US" b="0" noProof="0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den>
                              </m:f>
                            </m:oMath>
                          </a14:m>
                          <a:r>
                            <a:rPr lang="en-US" noProof="0" dirty="0"/>
                            <a:t>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noProof="0" smtClean="0">
                                    <a:latin typeface="Cambria Math" panose="02040503050406030204" pitchFamily="18" charset="0"/>
                                  </a:rPr>
                                  <m:t>1%</m:t>
                                </m:r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~</m:t>
                                </m:r>
                                <m:r>
                                  <a:rPr lang="en-US" b="0" noProof="0" smtClean="0">
                                    <a:latin typeface="Cambria Math" panose="02040503050406030204" pitchFamily="18" charset="0"/>
                                  </a:rPr>
                                  <m:t>9,3%</m:t>
                                </m:r>
                              </m:oMath>
                            </m:oMathPara>
                          </a14:m>
                          <a:endParaRPr lang="en-US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3746004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au 4">
                <a:extLst>
                  <a:ext uri="{FF2B5EF4-FFF2-40B4-BE49-F238E27FC236}">
                    <a16:creationId xmlns:a16="http://schemas.microsoft.com/office/drawing/2014/main" id="{1B748A43-B5AD-0BB6-4D1C-37F22361D12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5904049"/>
                  </p:ext>
                </p:extLst>
              </p:nvPr>
            </p:nvGraphicFramePr>
            <p:xfrm>
              <a:off x="949234" y="4781984"/>
              <a:ext cx="5070566" cy="1133475"/>
            </p:xfrm>
            <a:graphic>
              <a:graphicData uri="http://schemas.openxmlformats.org/drawingml/2006/table">
                <a:tbl>
                  <a:tblPr firstRow="1" bandRow="1">
                    <a:tableStyleId>{F5AB1C69-6EDB-4FF4-983F-18BD219EF322}</a:tableStyleId>
                  </a:tblPr>
                  <a:tblGrid>
                    <a:gridCol w="2222100">
                      <a:extLst>
                        <a:ext uri="{9D8B030D-6E8A-4147-A177-3AD203B41FA5}">
                          <a16:colId xmlns:a16="http://schemas.microsoft.com/office/drawing/2014/main" val="2487293003"/>
                        </a:ext>
                      </a:extLst>
                    </a:gridCol>
                    <a:gridCol w="1424233">
                      <a:extLst>
                        <a:ext uri="{9D8B030D-6E8A-4147-A177-3AD203B41FA5}">
                          <a16:colId xmlns:a16="http://schemas.microsoft.com/office/drawing/2014/main" val="2515546679"/>
                        </a:ext>
                      </a:extLst>
                    </a:gridCol>
                    <a:gridCol w="1424233">
                      <a:extLst>
                        <a:ext uri="{9D8B030D-6E8A-4147-A177-3AD203B41FA5}">
                          <a16:colId xmlns:a16="http://schemas.microsoft.com/office/drawing/2014/main" val="4171200229"/>
                        </a:ext>
                      </a:extLst>
                    </a:gridCol>
                  </a:tblGrid>
                  <a:tr h="391795">
                    <a:tc>
                      <a:txBody>
                        <a:bodyPr/>
                        <a:lstStyle/>
                        <a:p>
                          <a:r>
                            <a:rPr lang="en-US" noProof="0" dirty="0"/>
                            <a:t>Transfer function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56410" t="-9231" r="-101709" b="-35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56410" t="-9231" r="-1709" b="-35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732793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4" t="-116393" r="-129315" b="-2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56410" t="-116393" r="-101709" b="-2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56410" t="-116393" r="-1709" b="-275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406723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74" t="-216393" r="-129315" b="-1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56410" t="-216393" r="-101709" b="-175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56410" t="-216393" r="-1709" b="-1754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3746004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50260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"/>
    </mc:Choice>
    <mc:Fallback xmlns="">
      <p:transition spd="slow" advTm="32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B1B6E-46DB-2A5D-2F10-4149D8820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B39B12-B8D3-A147-7410-3054EF407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10691949" cy="659444"/>
          </a:xfrm>
        </p:spPr>
        <p:txBody>
          <a:bodyPr>
            <a:normAutofit fontScale="90000"/>
          </a:bodyPr>
          <a:lstStyle/>
          <a:p>
            <a:r>
              <a:rPr lang="en-US" b="1" noProof="0" dirty="0"/>
              <a:t>Q3.1 &amp; Q3.2: Time domain analysis, without TMD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CC32C93-9C5D-299B-6D1D-4DCBAA8BB9D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222872"/>
                <a:ext cx="5458098" cy="527000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noProof="0" dirty="0"/>
                  <a:t>Main body rotation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noProof="0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noProof="0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  <m:r>
                      <a:rPr lang="en-US" sz="2400" b="1" i="1" noProof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noProof="0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sz="2400" b="1" i="1" noProof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b="1" noProof="0" dirty="0"/>
              </a:p>
              <a:p>
                <a:r>
                  <a:rPr lang="en-US" sz="2000" noProof="0" dirty="0"/>
                  <a:t>Follows global torque profile (Bang-Bang)</a:t>
                </a:r>
              </a:p>
              <a:p>
                <a:r>
                  <a:rPr lang="en-US" sz="2000" noProof="0" dirty="0"/>
                  <a:t>Smooth trajectory with small high-frequency ripples</a:t>
                </a:r>
              </a:p>
              <a:p>
                <a:r>
                  <a:rPr lang="en-US" sz="2000" noProof="0" dirty="0"/>
                  <a:t>Dominated by rigid body inertia</a:t>
                </a:r>
              </a:p>
              <a:p>
                <a:pPr marL="0" indent="0">
                  <a:buNone/>
                </a:pPr>
                <a:r>
                  <a:rPr lang="en-US" sz="2400" b="1" noProof="0" dirty="0"/>
                  <a:t>Solar panel tip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noProof="0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400" b="1" i="1" noProof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sz="2400" b="1" i="1" noProof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1" i="1" noProof="0" smtClean="0">
                        <a:latin typeface="Cambria Math" panose="02040503050406030204" pitchFamily="18" charset="0"/>
                      </a:rPr>
                      <m:t>𝟖</m:t>
                    </m:r>
                    <m:r>
                      <a:rPr lang="fr-FR" sz="2400" b="1" i="1" noProof="0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fr-FR" sz="2400" b="1" i="1" noProof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400" b="1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noProof="0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400" b="1" i="1" noProof="0" smtClean="0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2400" b="1" noProof="0" dirty="0"/>
                  <a:t>)</a:t>
                </a:r>
              </a:p>
              <a:p>
                <a:r>
                  <a:rPr lang="en-US" sz="2000" noProof="0" dirty="0"/>
                  <a:t>Much more “chaotic” behavior</a:t>
                </a:r>
              </a:p>
              <a:p>
                <a:r>
                  <a:rPr lang="en-US" sz="2000" noProof="0" dirty="0"/>
                  <a:t>Strong high-frequency oscillations</a:t>
                </a:r>
              </a:p>
              <a:p>
                <a:r>
                  <a:rPr lang="en-US" sz="2000" noProof="0" dirty="0"/>
                  <a:t>Cantilever effect: panels lag during rotation</a:t>
                </a:r>
              </a:p>
              <a:p>
                <a:pPr marL="0" indent="0">
                  <a:buNone/>
                </a:pPr>
                <a:r>
                  <a:rPr lang="en-US" sz="2400" b="1" noProof="0" dirty="0"/>
                  <a:t>Physical meaning</a:t>
                </a:r>
              </a:p>
              <a:p>
                <a:r>
                  <a:rPr lang="en-US" sz="2000" noProof="0" dirty="0"/>
                  <a:t>Flexible modes are excited by the maneuver</a:t>
                </a:r>
              </a:p>
              <a:p>
                <a:r>
                  <a:rPr lang="en-US" sz="2000" noProof="0" dirty="0"/>
                  <a:t>Long-lasting oscillations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noProof="0" dirty="0"/>
                  <a:t> fatigue risk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3CC32C93-9C5D-299B-6D1D-4DCBAA8BB9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222872"/>
                <a:ext cx="5458098" cy="5270002"/>
              </a:xfrm>
              <a:blipFill>
                <a:blip r:embed="rId2"/>
                <a:stretch>
                  <a:fillRect l="-1674" t="-15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9D0971F6-6921-E3E6-0E65-0DD891789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noProof="0" smtClean="0"/>
              <a:t>9</a:t>
            </a:fld>
            <a:endParaRPr lang="en-US" noProof="0" dirty="0"/>
          </a:p>
        </p:txBody>
      </p:sp>
      <p:pic>
        <p:nvPicPr>
          <p:cNvPr id="7" name="Espace réservé du contenu 6" descr="Une image contenant texte, diagramme, Tracé, ligne&#10;&#10;Le contenu généré par l’IA peut être incorrect.">
            <a:extLst>
              <a:ext uri="{FF2B5EF4-FFF2-40B4-BE49-F238E27FC236}">
                <a16:creationId xmlns:a16="http://schemas.microsoft.com/office/drawing/2014/main" id="{3BA6F8AC-89AE-B515-5BAC-E50240A1847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277303"/>
            <a:ext cx="5181600" cy="5160643"/>
          </a:xfrm>
        </p:spPr>
      </p:pic>
    </p:spTree>
    <p:extLst>
      <p:ext uri="{BB962C8B-B14F-4D97-AF65-F5344CB8AC3E}">
        <p14:creationId xmlns:p14="http://schemas.microsoft.com/office/powerpoint/2010/main" val="388025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"/>
    </mc:Choice>
    <mc:Fallback xmlns="">
      <p:transition spd="slow" advTm="32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B59DB-7FAB-A24B-834F-1C235E0E4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253FAC-D15C-577F-83A6-AA4A30E75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9444"/>
          </a:xfrm>
        </p:spPr>
        <p:txBody>
          <a:bodyPr>
            <a:normAutofit fontScale="90000"/>
          </a:bodyPr>
          <a:lstStyle/>
          <a:p>
            <a:r>
              <a:rPr lang="en-US" b="1" noProof="0" dirty="0"/>
              <a:t>Q3.3: TMD effect in time domain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03519E8-808C-5DEB-C669-77B86B75B4D9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199" y="1222871"/>
                <a:ext cx="5458098" cy="52150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noProof="0" dirty="0"/>
                  <a:t>Method</a:t>
                </a:r>
              </a:p>
              <a:p>
                <a:r>
                  <a:rPr lang="en-US" sz="2000" noProof="0" dirty="0"/>
                  <a:t>Use equivalent damping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𝑒𝑞𝑢𝑖𝑣</m:t>
                        </m:r>
                      </m:sub>
                    </m:sSub>
                  </m:oMath>
                </a14:m>
                <a:r>
                  <a:rPr lang="en-US" sz="2000" noProof="0" dirty="0"/>
                  <a:t> </a:t>
                </a:r>
                <a:r>
                  <a:rPr lang="en-US" sz="2000" i="1" noProof="0" dirty="0"/>
                  <a:t>(from Q2.4)</a:t>
                </a:r>
              </a:p>
              <a:p>
                <a:r>
                  <a:rPr lang="en-US" sz="2000" noProof="0" dirty="0"/>
                  <a:t>Apply to targeted flexible modes</a:t>
                </a:r>
              </a:p>
              <a:p>
                <a:pPr marL="0" indent="0">
                  <a:buNone/>
                </a:pPr>
                <a:r>
                  <a:rPr lang="en-US" sz="2400" b="1" noProof="0" dirty="0"/>
                  <a:t>Results</a:t>
                </a:r>
              </a:p>
              <a:p>
                <a:r>
                  <a:rPr lang="en-US" sz="2000" noProof="0" dirty="0"/>
                  <a:t>Faster decay of oscillations</a:t>
                </a:r>
              </a:p>
              <a:p>
                <a:r>
                  <a:rPr lang="en-US" sz="2000" noProof="0" dirty="0"/>
                  <a:t>Slight peak reduction, strong cycle reduction</a:t>
                </a:r>
              </a:p>
              <a:p>
                <a:pPr marL="0" indent="0">
                  <a:buNone/>
                </a:pPr>
                <a:r>
                  <a:rPr lang="en-US" sz="2400" b="1" noProof="0" dirty="0"/>
                  <a:t>Main observation</a:t>
                </a:r>
              </a:p>
              <a:p>
                <a:r>
                  <a:rPr lang="en-US" sz="2000" noProof="0" dirty="0"/>
                  <a:t>TMD engages after several cycles</a:t>
                </a:r>
              </a:p>
              <a:p>
                <a:pPr lvl="1">
                  <a:buFont typeface="Wingdings 3" panose="05040102010807070707" pitchFamily="18" charset="2"/>
                  <a:buChar char="9"/>
                </a:pPr>
                <a:r>
                  <a:rPr lang="en-US" sz="2000" noProof="0" dirty="0"/>
                  <a:t> less dramatic than frequency domain, 	but faster energy dissipation</a:t>
                </a:r>
              </a:p>
              <a:p>
                <a:pPr marL="0" indent="0">
                  <a:buNone/>
                </a:pPr>
                <a:r>
                  <a:rPr lang="en-US" sz="2400" b="1" noProof="0" dirty="0"/>
                  <a:t>Impact</a:t>
                </a:r>
              </a:p>
              <a:p>
                <a:r>
                  <a:rPr lang="en-US" sz="2000" noProof="0" dirty="0"/>
                  <a:t>Reduced fatigue cycles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000" noProof="0" dirty="0"/>
                  <a:t> extended solar array lifetime.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403519E8-808C-5DEB-C669-77B86B75B4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199" y="1222871"/>
                <a:ext cx="5458098" cy="5215075"/>
              </a:xfrm>
              <a:blipFill>
                <a:blip r:embed="rId2"/>
                <a:stretch>
                  <a:fillRect l="-1674" t="-1520" b="-1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6E0DD5D3-372B-11BA-860B-44E11D63C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6B96A9-9D0B-42B4-A500-01C2FE6BA2E1}" type="slidenum">
              <a:rPr lang="en-US" noProof="0" smtClean="0"/>
              <a:t>10</a:t>
            </a:fld>
            <a:endParaRPr lang="en-US" noProof="0" dirty="0"/>
          </a:p>
        </p:txBody>
      </p:sp>
      <p:pic>
        <p:nvPicPr>
          <p:cNvPr id="7" name="Espace réservé du contenu 6" descr="Une image contenant texte, Tracé, diagramme, ligne&#10;&#10;Le contenu généré par l’IA peut être incorrect.">
            <a:extLst>
              <a:ext uri="{FF2B5EF4-FFF2-40B4-BE49-F238E27FC236}">
                <a16:creationId xmlns:a16="http://schemas.microsoft.com/office/drawing/2014/main" id="{0848B565-1157-5751-E31C-71CA2234F1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277303"/>
            <a:ext cx="5181600" cy="5160643"/>
          </a:xfrm>
        </p:spPr>
      </p:pic>
    </p:spTree>
    <p:extLst>
      <p:ext uri="{BB962C8B-B14F-4D97-AF65-F5344CB8AC3E}">
        <p14:creationId xmlns:p14="http://schemas.microsoft.com/office/powerpoint/2010/main" val="499721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"/>
    </mc:Choice>
    <mc:Fallback xmlns="">
      <p:transition spd="slow" advTm="321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34cefaf-8203-49bc-88aa-b746647cec8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0BFA3FE7B31C47B22C71538F6A5F93" ma:contentTypeVersion="15" ma:contentTypeDescription="Crée un document." ma:contentTypeScope="" ma:versionID="322cf90df624af7cdaf8faab6e132976">
  <xsd:schema xmlns:xsd="http://www.w3.org/2001/XMLSchema" xmlns:xs="http://www.w3.org/2001/XMLSchema" xmlns:p="http://schemas.microsoft.com/office/2006/metadata/properties" xmlns:ns3="034cefaf-8203-49bc-88aa-b746647cec87" xmlns:ns4="ffee4375-6191-4d68-ab33-514b2dd41182" targetNamespace="http://schemas.microsoft.com/office/2006/metadata/properties" ma:root="true" ma:fieldsID="17e963cb7a5be51324a9b8e65adf6008" ns3:_="" ns4:_="">
    <xsd:import namespace="034cefaf-8203-49bc-88aa-b746647cec87"/>
    <xsd:import namespace="ffee4375-6191-4d68-ab33-514b2dd4118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SearchPropertie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4cefaf-8203-49bc-88aa-b746647cec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ee4375-6191-4d68-ab33-514b2dd4118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Partage du hachage d’indicateu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041C7B-D5B7-433F-B61E-BDB9C076CA43}">
  <ds:schemaRefs>
    <ds:schemaRef ds:uri="http://purl.org/dc/elements/1.1/"/>
    <ds:schemaRef ds:uri="http://schemas.microsoft.com/office/2006/documentManagement/types"/>
    <ds:schemaRef ds:uri="http://purl.org/dc/terms/"/>
    <ds:schemaRef ds:uri="034cefaf-8203-49bc-88aa-b746647cec87"/>
    <ds:schemaRef ds:uri="http://purl.org/dc/dcmitype/"/>
    <ds:schemaRef ds:uri="http://schemas.openxmlformats.org/package/2006/metadata/core-properties"/>
    <ds:schemaRef ds:uri="http://www.w3.org/XML/1998/namespace"/>
    <ds:schemaRef ds:uri="http://schemas.microsoft.com/office/infopath/2007/PartnerControls"/>
    <ds:schemaRef ds:uri="ffee4375-6191-4d68-ab33-514b2dd41182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351EA7E-21DB-42B8-9B33-DCBF11D0CD3B}">
  <ds:schemaRefs>
    <ds:schemaRef ds:uri="034cefaf-8203-49bc-88aa-b746647cec87"/>
    <ds:schemaRef ds:uri="ffee4375-6191-4d68-ab33-514b2dd41182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6CFF38C-C997-41A0-824B-B7C10A6723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748</Words>
  <Application>Microsoft Office PowerPoint</Application>
  <PresentationFormat>Grand écran</PresentationFormat>
  <Paragraphs>158</Paragraphs>
  <Slides>10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Lato</vt:lpstr>
      <vt:lpstr>Wingdings 3</vt:lpstr>
      <vt:lpstr>Office Theme</vt:lpstr>
      <vt:lpstr>Présentation PowerPoint</vt:lpstr>
      <vt:lpstr>Q1.1 &amp; Q1.2: Modal analysis</vt:lpstr>
      <vt:lpstr>Q1.3: Frequency response, force excitation F_c</vt:lpstr>
      <vt:lpstr>Q1.4: Frequency response, torque excitation M_c</vt:lpstr>
      <vt:lpstr>Q1.5: Modal truncation and validation</vt:lpstr>
      <vt:lpstr>Q2.1 &amp; Q2.2: TMD design strategy</vt:lpstr>
      <vt:lpstr>Q2.3: TMD efficiency, frequency domain</vt:lpstr>
      <vt:lpstr>Q2.4: Equivalent damping estimation</vt:lpstr>
      <vt:lpstr>Q3.1 &amp; Q3.2: Time domain analysis, without TMD</vt:lpstr>
      <vt:lpstr>Q3.3: TMD effect in time domain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Adam Charki-Meskini</dc:creator>
  <cp:lastModifiedBy>Maximilien Zarioh</cp:lastModifiedBy>
  <cp:revision>1</cp:revision>
  <cp:lastPrinted>2025-11-26T09:46:42Z</cp:lastPrinted>
  <dcterms:created xsi:type="dcterms:W3CDTF">2025-11-20T18:09:55Z</dcterms:created>
  <dcterms:modified xsi:type="dcterms:W3CDTF">2026-01-11T00:26:53Z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0x010100CE0BFA3FE7B31C47B22C71538F6A5F93</vt:lpwstr>
  </property>
</Properties>
</file>